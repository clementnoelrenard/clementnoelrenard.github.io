
<file path=[Content_Types].xml><?xml version="1.0" encoding="utf-8"?>
<Types xmlns="http://schemas.openxmlformats.org/package/2006/content-types">
  <Default Extension="xml" ContentType="application/xml"/>
  <Default Extension="jpg" ContentType="image/jpeg"/>
  <Default Extension="svg" ContentType="image/svg+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xml" ContentType="application/vnd.openxmlformats-officedocument.presentationml.notesSlide+xml"/>
  <Override PartName="/ppt/slides/slide1.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ppt/slideMasters/slideMaster1.xml" ContentType="application/vnd.openxmlformats-officedocument.presentationml.slideMaster+xml"/>
  <Override PartName="/ppt/presentation.xml" ContentType="application/vnd.openxmlformats-officedocument.presentationml.presentation.main+xml"/>
  <Override PartName="/ppt/viewProps.xml" ContentType="application/vnd.openxmlformats-officedocument.presentationml.viewProps+xml"/>
  <Override PartName="/docProps/custom.xml" ContentType="application/vnd.openxmlformats-officedocument.custom-properties+xml"/>
  <Override PartName="/docProps/app.xml" ContentType="application/vnd.openxmlformats-officedocument.extended-properties+xml"/>
  <Override PartName="/ppt/tableStyles.xml" ContentType="application/vnd.openxmlformats-officedocument.presentationml.tableStyles+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5"/>
  </p:notesMasterIdLst>
  <p:sldIdLst>
    <p:sldId id="256" r:id="rId4"/>
  </p:sldIdLst>
  <p:sldSz cx="7559675" cy="10691813"/>
  <p:notesSz cx="6858000" cy="9144000"/>
  <p:defaultTextStyle>
    <a:defPPr>
      <a:defRPr lang="fr-F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25" d="100"/>
          <a:sy n="125" d="100"/>
        </p:scale>
        <p:origin x="850" y="72"/>
      </p:cViewPr>
      <p:guideLst>
        <p:guide pos="2381"/>
        <p:guide pos="3368"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presProps" Target="presProps.xml" /><Relationship Id="rId7" Type="http://schemas.openxmlformats.org/officeDocument/2006/relationships/tableStyles" Target="tableStyles.xml" /><Relationship Id="rId8"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622855338" name="Espace réservé d'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250618696" name="Espace réservé pour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fr-FR"/>
              <a:t>12/06/2026</a:t>
            </a:fld>
            <a:endParaRPr lang="fr-FR"/>
          </a:p>
        </p:txBody>
      </p:sp>
      <p:sp>
        <p:nvSpPr>
          <p:cNvPr id="1710326747" name="Espace réservé pour l'image de la diapositive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278766980" name="Remarques Espace réservé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571170290"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665334253"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fr-FR"/>
              <a:t>‹N°›</a:t>
            </a:fld>
            <a:endParaRPr lang="fr-F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3531648" name="Espace réservé pour l'image de la diapositive 1"/>
          <p:cNvSpPr>
            <a:spLocks noChangeAspect="1" noGrp="1" noRot="1"/>
          </p:cNvSpPr>
          <p:nvPr>
            <p:ph type="sldImg"/>
          </p:nvPr>
        </p:nvSpPr>
        <p:spPr bwMode="auto">
          <a:xfrm>
            <a:off x="2338388" y="1143000"/>
            <a:ext cx="2181225" cy="3086100"/>
          </a:xfrm>
        </p:spPr>
        <p:txBody>
          <a:bodyPr/>
          <a:lstStyle/>
          <a:p>
            <a:pPr>
              <a:defRPr/>
            </a:pPr>
            <a:endParaRPr lang="fr-FR"/>
          </a:p>
        </p:txBody>
      </p:sp>
      <p:sp>
        <p:nvSpPr>
          <p:cNvPr id="1934773262" name="Remarques Espace réservé 2"/>
          <p:cNvSpPr>
            <a:spLocks noGrp="1"/>
          </p:cNvSpPr>
          <p:nvPr>
            <p:ph type="body" idx="1"/>
          </p:nvPr>
        </p:nvSpPr>
        <p:spPr bwMode="auto"/>
        <p:txBody>
          <a:bodyPr/>
          <a:lstStyle/>
          <a:p>
            <a:pPr>
              <a:defRPr/>
            </a:pPr>
            <a:endParaRPr lang="fr-FR">
              <a:latin typeface="Arial"/>
              <a:cs typeface="Arial"/>
            </a:endParaRPr>
          </a:p>
        </p:txBody>
      </p:sp>
      <p:sp>
        <p:nvSpPr>
          <p:cNvPr id="212709006" name="Espace réservé pour le numéro de diapositive 3"/>
          <p:cNvSpPr>
            <a:spLocks noGrp="1"/>
          </p:cNvSpPr>
          <p:nvPr>
            <p:ph type="sldNum" sz="quarter" idx="10"/>
          </p:nvPr>
        </p:nvSpPr>
        <p:spPr bwMode="auto"/>
        <p:txBody>
          <a:bodyPr/>
          <a:lstStyle/>
          <a:p>
            <a:pPr>
              <a:defRPr/>
            </a:pPr>
            <a:fld id="{2E6999B8-B6B4-4561-A3CD-BBCDAB9FC9D9}" type="slidenum">
              <a:rPr lang="fr-FR"/>
              <a:t>1</a:t>
            </a:fld>
            <a:endParaRPr lang="fr-F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Diapositive de titre">
    <p:spTree>
      <p:nvGrpSpPr>
        <p:cNvPr id="1" name=""/>
        <p:cNvGrpSpPr/>
        <p:nvPr/>
      </p:nvGrpSpPr>
      <p:grpSpPr bwMode="auto">
        <a:xfrm>
          <a:off x="0" y="0"/>
          <a:ext cx="0" cy="0"/>
          <a:chOff x="0" y="0"/>
          <a:chExt cx="0" cy="0"/>
        </a:xfrm>
      </p:grpSpPr>
      <p:sp>
        <p:nvSpPr>
          <p:cNvPr id="531805976" name="Titre 1"/>
          <p:cNvSpPr>
            <a:spLocks noGrp="1"/>
          </p:cNvSpPr>
          <p:nvPr>
            <p:ph type="ctrTitle"/>
          </p:nvPr>
        </p:nvSpPr>
        <p:spPr bwMode="auto">
          <a:xfrm>
            <a:off x="945000" y="1749825"/>
            <a:ext cx="5670000" cy="3722399"/>
          </a:xfrm>
        </p:spPr>
        <p:txBody>
          <a:bodyPr anchor="b"/>
          <a:lstStyle>
            <a:lvl1pPr algn="ctr">
              <a:defRPr sz="6000"/>
            </a:lvl1pPr>
          </a:lstStyle>
          <a:p>
            <a:pPr>
              <a:defRPr/>
            </a:pPr>
            <a:r>
              <a:rPr lang="fr-FR"/>
              <a:t>Modifiez le style du titre</a:t>
            </a:r>
            <a:endParaRPr/>
          </a:p>
        </p:txBody>
      </p:sp>
      <p:sp>
        <p:nvSpPr>
          <p:cNvPr id="1880894566" name="Sous-titre 2"/>
          <p:cNvSpPr>
            <a:spLocks noGrp="1"/>
          </p:cNvSpPr>
          <p:nvPr>
            <p:ph type="subTitle" idx="1"/>
          </p:nvPr>
        </p:nvSpPr>
        <p:spPr bwMode="auto">
          <a:xfrm>
            <a:off x="945000" y="5615775"/>
            <a:ext cx="5670000" cy="258142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a:p>
        </p:txBody>
      </p:sp>
      <p:sp>
        <p:nvSpPr>
          <p:cNvPr id="1282829849" name="Espace réservé de la date 3"/>
          <p:cNvSpPr>
            <a:spLocks noGrp="1"/>
          </p:cNvSpPr>
          <p:nvPr>
            <p:ph type="dt" sz="half" idx="10"/>
          </p:nvPr>
        </p:nvSpPr>
        <p:spPr bwMode="auto"/>
        <p:txBody>
          <a:bodyPr/>
          <a:lstStyle/>
          <a:p>
            <a:pPr>
              <a:defRPr/>
            </a:pPr>
            <a:fld id="{BCC18F51-09EC-435C-A3BA-64A766E099C0}" type="datetimeFigureOut">
              <a:rPr lang="fr-FR"/>
              <a:t>12/06/2026</a:t>
            </a:fld>
            <a:endParaRPr lang="fr-FR"/>
          </a:p>
        </p:txBody>
      </p:sp>
      <p:sp>
        <p:nvSpPr>
          <p:cNvPr id="2010379271" name="Espace réservé du pied de page 4"/>
          <p:cNvSpPr>
            <a:spLocks noGrp="1"/>
          </p:cNvSpPr>
          <p:nvPr>
            <p:ph type="ftr" sz="quarter" idx="11"/>
          </p:nvPr>
        </p:nvSpPr>
        <p:spPr bwMode="auto"/>
        <p:txBody>
          <a:bodyPr/>
          <a:lstStyle/>
          <a:p>
            <a:pPr>
              <a:defRPr/>
            </a:pPr>
            <a:endParaRPr lang="fr-FR"/>
          </a:p>
        </p:txBody>
      </p:sp>
      <p:sp>
        <p:nvSpPr>
          <p:cNvPr id="1534354885"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re et contenu">
    <p:spTree>
      <p:nvGrpSpPr>
        <p:cNvPr id="1" name=""/>
        <p:cNvGrpSpPr/>
        <p:nvPr/>
      </p:nvGrpSpPr>
      <p:grpSpPr bwMode="auto">
        <a:xfrm>
          <a:off x="0" y="0"/>
          <a:ext cx="0" cy="0"/>
          <a:chOff x="0" y="0"/>
          <a:chExt cx="0" cy="0"/>
        </a:xfrm>
      </p:grpSpPr>
      <p:sp>
        <p:nvSpPr>
          <p:cNvPr id="1162940010" name="Titre 1"/>
          <p:cNvSpPr>
            <a:spLocks noGrp="1"/>
          </p:cNvSpPr>
          <p:nvPr>
            <p:ph type="title"/>
          </p:nvPr>
        </p:nvSpPr>
        <p:spPr bwMode="auto"/>
        <p:txBody>
          <a:bodyPr/>
          <a:lstStyle/>
          <a:p>
            <a:pPr>
              <a:defRPr/>
            </a:pPr>
            <a:r>
              <a:rPr lang="fr-FR"/>
              <a:t>Modifiez le style du titre</a:t>
            </a:r>
            <a:endParaRPr/>
          </a:p>
        </p:txBody>
      </p:sp>
      <p:sp>
        <p:nvSpPr>
          <p:cNvPr id="1324773338" name="Espace réservé du contenu 2"/>
          <p:cNvSpPr>
            <a:spLocks noGrp="1"/>
          </p:cNvSpPr>
          <p:nvPr>
            <p:ph idx="1"/>
          </p:nvPr>
        </p:nvSpPr>
        <p:spPr bwMode="auto"/>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06471984" name="Espace réservé de la date 3"/>
          <p:cNvSpPr>
            <a:spLocks noGrp="1"/>
          </p:cNvSpPr>
          <p:nvPr>
            <p:ph type="dt" sz="half" idx="10"/>
          </p:nvPr>
        </p:nvSpPr>
        <p:spPr bwMode="auto"/>
        <p:txBody>
          <a:bodyPr/>
          <a:lstStyle/>
          <a:p>
            <a:pPr>
              <a:defRPr/>
            </a:pPr>
            <a:fld id="{BCC18F51-09EC-435C-A3BA-64A766E099C0}" type="datetimeFigureOut">
              <a:rPr lang="fr-FR"/>
              <a:t>12/06/2026</a:t>
            </a:fld>
            <a:endParaRPr lang="fr-FR"/>
          </a:p>
        </p:txBody>
      </p:sp>
      <p:sp>
        <p:nvSpPr>
          <p:cNvPr id="628856127" name="Espace réservé du pied de page 4"/>
          <p:cNvSpPr>
            <a:spLocks noGrp="1"/>
          </p:cNvSpPr>
          <p:nvPr>
            <p:ph type="ftr" sz="quarter" idx="11"/>
          </p:nvPr>
        </p:nvSpPr>
        <p:spPr bwMode="auto"/>
        <p:txBody>
          <a:bodyPr/>
          <a:lstStyle/>
          <a:p>
            <a:pPr>
              <a:defRPr/>
            </a:pPr>
            <a:endParaRPr lang="fr-FR"/>
          </a:p>
        </p:txBody>
      </p:sp>
      <p:sp>
        <p:nvSpPr>
          <p:cNvPr id="9686845"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Titre de section">
    <p:spTree>
      <p:nvGrpSpPr>
        <p:cNvPr id="1" name=""/>
        <p:cNvGrpSpPr/>
        <p:nvPr/>
      </p:nvGrpSpPr>
      <p:grpSpPr bwMode="auto">
        <a:xfrm>
          <a:off x="0" y="0"/>
          <a:ext cx="0" cy="0"/>
          <a:chOff x="0" y="0"/>
          <a:chExt cx="0" cy="0"/>
        </a:xfrm>
      </p:grpSpPr>
      <p:sp>
        <p:nvSpPr>
          <p:cNvPr id="92411754" name="Titre 1"/>
          <p:cNvSpPr>
            <a:spLocks noGrp="1"/>
          </p:cNvSpPr>
          <p:nvPr>
            <p:ph type="title"/>
          </p:nvPr>
        </p:nvSpPr>
        <p:spPr bwMode="auto">
          <a:xfrm>
            <a:off x="515812" y="2665575"/>
            <a:ext cx="6520500" cy="4447574"/>
          </a:xfrm>
        </p:spPr>
        <p:txBody>
          <a:bodyPr anchor="b"/>
          <a:lstStyle>
            <a:lvl1pPr>
              <a:defRPr sz="6000"/>
            </a:lvl1pPr>
          </a:lstStyle>
          <a:p>
            <a:pPr>
              <a:defRPr/>
            </a:pPr>
            <a:r>
              <a:rPr lang="fr-FR"/>
              <a:t>Modifiez le style du titre</a:t>
            </a:r>
            <a:endParaRPr/>
          </a:p>
        </p:txBody>
      </p:sp>
      <p:sp>
        <p:nvSpPr>
          <p:cNvPr id="459944581" name="Espace réservé du texte 2"/>
          <p:cNvSpPr>
            <a:spLocks noGrp="1"/>
          </p:cNvSpPr>
          <p:nvPr>
            <p:ph type="body" idx="1"/>
          </p:nvPr>
        </p:nvSpPr>
        <p:spPr bwMode="auto">
          <a:xfrm>
            <a:off x="515812" y="7155225"/>
            <a:ext cx="6520500" cy="233887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fr-FR"/>
              <a:t>Modifiez les styles du texte du masque</a:t>
            </a:r>
            <a:endParaRPr/>
          </a:p>
        </p:txBody>
      </p:sp>
      <p:sp>
        <p:nvSpPr>
          <p:cNvPr id="186358477" name="Espace réservé de la date 3"/>
          <p:cNvSpPr>
            <a:spLocks noGrp="1"/>
          </p:cNvSpPr>
          <p:nvPr>
            <p:ph type="dt" sz="half" idx="10"/>
          </p:nvPr>
        </p:nvSpPr>
        <p:spPr bwMode="auto"/>
        <p:txBody>
          <a:bodyPr/>
          <a:lstStyle/>
          <a:p>
            <a:pPr>
              <a:defRPr/>
            </a:pPr>
            <a:fld id="{BCC18F51-09EC-435C-A3BA-64A766E099C0}" type="datetimeFigureOut">
              <a:rPr lang="fr-FR"/>
              <a:t>12/06/2026</a:t>
            </a:fld>
            <a:endParaRPr lang="fr-FR"/>
          </a:p>
        </p:txBody>
      </p:sp>
      <p:sp>
        <p:nvSpPr>
          <p:cNvPr id="431540772" name="Espace réservé du pied de page 4"/>
          <p:cNvSpPr>
            <a:spLocks noGrp="1"/>
          </p:cNvSpPr>
          <p:nvPr>
            <p:ph type="ftr" sz="quarter" idx="11"/>
          </p:nvPr>
        </p:nvSpPr>
        <p:spPr bwMode="auto"/>
        <p:txBody>
          <a:bodyPr/>
          <a:lstStyle/>
          <a:p>
            <a:pPr>
              <a:defRPr/>
            </a:pPr>
            <a:endParaRPr lang="fr-FR"/>
          </a:p>
        </p:txBody>
      </p:sp>
      <p:sp>
        <p:nvSpPr>
          <p:cNvPr id="1887930991"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Deux contenus">
    <p:spTree>
      <p:nvGrpSpPr>
        <p:cNvPr id="1" name=""/>
        <p:cNvGrpSpPr/>
        <p:nvPr/>
      </p:nvGrpSpPr>
      <p:grpSpPr bwMode="auto">
        <a:xfrm>
          <a:off x="0" y="0"/>
          <a:ext cx="0" cy="0"/>
          <a:chOff x="0" y="0"/>
          <a:chExt cx="0" cy="0"/>
        </a:xfrm>
      </p:grpSpPr>
      <p:sp>
        <p:nvSpPr>
          <p:cNvPr id="2033817532" name="Titre 1"/>
          <p:cNvSpPr>
            <a:spLocks noGrp="1"/>
          </p:cNvSpPr>
          <p:nvPr>
            <p:ph type="title"/>
          </p:nvPr>
        </p:nvSpPr>
        <p:spPr bwMode="auto"/>
        <p:txBody>
          <a:bodyPr/>
          <a:lstStyle/>
          <a:p>
            <a:pPr>
              <a:defRPr/>
            </a:pPr>
            <a:r>
              <a:rPr lang="fr-FR"/>
              <a:t>Modifiez le style du titre</a:t>
            </a:r>
            <a:endParaRPr/>
          </a:p>
        </p:txBody>
      </p:sp>
      <p:sp>
        <p:nvSpPr>
          <p:cNvPr id="141601558" name="Espace réservé du contenu 2"/>
          <p:cNvSpPr>
            <a:spLocks noGrp="1"/>
          </p:cNvSpPr>
          <p:nvPr>
            <p:ph sz="half" idx="1"/>
          </p:nvPr>
        </p:nvSpPr>
        <p:spPr bwMode="auto">
          <a:xfrm>
            <a:off x="519750" y="2846250"/>
            <a:ext cx="3213000" cy="6783975"/>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944912156" name="Espace réservé du contenu 3"/>
          <p:cNvSpPr>
            <a:spLocks noGrp="1"/>
          </p:cNvSpPr>
          <p:nvPr>
            <p:ph sz="half" idx="2"/>
          </p:nvPr>
        </p:nvSpPr>
        <p:spPr bwMode="auto">
          <a:xfrm>
            <a:off x="3827250" y="2846250"/>
            <a:ext cx="3213000" cy="6783975"/>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497094399" name="Espace réservé de la date 4"/>
          <p:cNvSpPr>
            <a:spLocks noGrp="1"/>
          </p:cNvSpPr>
          <p:nvPr>
            <p:ph type="dt" sz="half" idx="10"/>
          </p:nvPr>
        </p:nvSpPr>
        <p:spPr bwMode="auto"/>
        <p:txBody>
          <a:bodyPr/>
          <a:lstStyle/>
          <a:p>
            <a:pPr>
              <a:defRPr/>
            </a:pPr>
            <a:fld id="{BCC18F51-09EC-435C-A3BA-64A766E099C0}" type="datetimeFigureOut">
              <a:rPr lang="fr-FR"/>
              <a:t>12/06/2026</a:t>
            </a:fld>
            <a:endParaRPr lang="fr-FR"/>
          </a:p>
        </p:txBody>
      </p:sp>
      <p:sp>
        <p:nvSpPr>
          <p:cNvPr id="3736958" name="Espace réservé du pied de page 5"/>
          <p:cNvSpPr>
            <a:spLocks noGrp="1"/>
          </p:cNvSpPr>
          <p:nvPr>
            <p:ph type="ftr" sz="quarter" idx="11"/>
          </p:nvPr>
        </p:nvSpPr>
        <p:spPr bwMode="auto"/>
        <p:txBody>
          <a:bodyPr/>
          <a:lstStyle/>
          <a:p>
            <a:pPr>
              <a:defRPr/>
            </a:pPr>
            <a:endParaRPr lang="fr-FR"/>
          </a:p>
        </p:txBody>
      </p:sp>
      <p:sp>
        <p:nvSpPr>
          <p:cNvPr id="1239057169"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aison">
    <p:spTree>
      <p:nvGrpSpPr>
        <p:cNvPr id="1" name=""/>
        <p:cNvGrpSpPr/>
        <p:nvPr/>
      </p:nvGrpSpPr>
      <p:grpSpPr bwMode="auto">
        <a:xfrm>
          <a:off x="0" y="0"/>
          <a:ext cx="0" cy="0"/>
          <a:chOff x="0" y="0"/>
          <a:chExt cx="0" cy="0"/>
        </a:xfrm>
      </p:grpSpPr>
      <p:sp>
        <p:nvSpPr>
          <p:cNvPr id="2045500447" name="Titre 1"/>
          <p:cNvSpPr>
            <a:spLocks noGrp="1"/>
          </p:cNvSpPr>
          <p:nvPr>
            <p:ph type="title"/>
          </p:nvPr>
        </p:nvSpPr>
        <p:spPr bwMode="auto">
          <a:xfrm>
            <a:off x="520734" y="569249"/>
            <a:ext cx="6520500" cy="2066625"/>
          </a:xfrm>
        </p:spPr>
        <p:txBody>
          <a:bodyPr/>
          <a:lstStyle/>
          <a:p>
            <a:pPr>
              <a:defRPr/>
            </a:pPr>
            <a:r>
              <a:rPr lang="fr-FR"/>
              <a:t>Modifiez le style du titre</a:t>
            </a:r>
            <a:endParaRPr/>
          </a:p>
        </p:txBody>
      </p:sp>
      <p:sp>
        <p:nvSpPr>
          <p:cNvPr id="1088093037" name="Espace réservé du texte 2"/>
          <p:cNvSpPr>
            <a:spLocks noGrp="1"/>
          </p:cNvSpPr>
          <p:nvPr>
            <p:ph type="body" idx="1"/>
          </p:nvPr>
        </p:nvSpPr>
        <p:spPr bwMode="auto">
          <a:xfrm>
            <a:off x="520734" y="2621025"/>
            <a:ext cx="3198234" cy="128452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1683522582" name="Espace réservé du contenu 3"/>
          <p:cNvSpPr>
            <a:spLocks noGrp="1"/>
          </p:cNvSpPr>
          <p:nvPr>
            <p:ph sz="half" idx="2"/>
          </p:nvPr>
        </p:nvSpPr>
        <p:spPr bwMode="auto">
          <a:xfrm>
            <a:off x="520734" y="3905549"/>
            <a:ext cx="3198234" cy="5744475"/>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733403861" name="Espace réservé du texte 4"/>
          <p:cNvSpPr>
            <a:spLocks noGrp="1"/>
          </p:cNvSpPr>
          <p:nvPr>
            <p:ph type="body" sz="quarter" idx="3"/>
          </p:nvPr>
        </p:nvSpPr>
        <p:spPr bwMode="auto">
          <a:xfrm>
            <a:off x="3827250" y="2621025"/>
            <a:ext cx="3213984" cy="128452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1040693002" name="Espace réservé du contenu 5"/>
          <p:cNvSpPr>
            <a:spLocks noGrp="1"/>
          </p:cNvSpPr>
          <p:nvPr>
            <p:ph sz="quarter" idx="4"/>
          </p:nvPr>
        </p:nvSpPr>
        <p:spPr bwMode="auto">
          <a:xfrm>
            <a:off x="3827250" y="3905549"/>
            <a:ext cx="3213984" cy="5744475"/>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321796903" name="Espace réservé de la date 6"/>
          <p:cNvSpPr>
            <a:spLocks noGrp="1"/>
          </p:cNvSpPr>
          <p:nvPr>
            <p:ph type="dt" sz="half" idx="10"/>
          </p:nvPr>
        </p:nvSpPr>
        <p:spPr bwMode="auto"/>
        <p:txBody>
          <a:bodyPr/>
          <a:lstStyle/>
          <a:p>
            <a:pPr>
              <a:defRPr/>
            </a:pPr>
            <a:fld id="{BCC18F51-09EC-435C-A3BA-64A766E099C0}" type="datetimeFigureOut">
              <a:rPr lang="fr-FR"/>
              <a:t>12/06/2026</a:t>
            </a:fld>
            <a:endParaRPr lang="fr-FR"/>
          </a:p>
        </p:txBody>
      </p:sp>
      <p:sp>
        <p:nvSpPr>
          <p:cNvPr id="12423105" name="Espace réservé du pied de page 7"/>
          <p:cNvSpPr>
            <a:spLocks noGrp="1"/>
          </p:cNvSpPr>
          <p:nvPr>
            <p:ph type="ftr" sz="quarter" idx="11"/>
          </p:nvPr>
        </p:nvSpPr>
        <p:spPr bwMode="auto"/>
        <p:txBody>
          <a:bodyPr/>
          <a:lstStyle/>
          <a:p>
            <a:pPr>
              <a:defRPr/>
            </a:pPr>
            <a:endParaRPr lang="fr-FR"/>
          </a:p>
        </p:txBody>
      </p:sp>
      <p:sp>
        <p:nvSpPr>
          <p:cNvPr id="2113354782" name="Espace réservé du numéro de diapositive 8"/>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re seul">
    <p:spTree>
      <p:nvGrpSpPr>
        <p:cNvPr id="1" name=""/>
        <p:cNvGrpSpPr/>
        <p:nvPr/>
      </p:nvGrpSpPr>
      <p:grpSpPr bwMode="auto">
        <a:xfrm>
          <a:off x="0" y="0"/>
          <a:ext cx="0" cy="0"/>
          <a:chOff x="0" y="0"/>
          <a:chExt cx="0" cy="0"/>
        </a:xfrm>
      </p:grpSpPr>
      <p:sp>
        <p:nvSpPr>
          <p:cNvPr id="657372636" name="Titre 1"/>
          <p:cNvSpPr>
            <a:spLocks noGrp="1"/>
          </p:cNvSpPr>
          <p:nvPr>
            <p:ph type="title"/>
          </p:nvPr>
        </p:nvSpPr>
        <p:spPr bwMode="auto"/>
        <p:txBody>
          <a:bodyPr/>
          <a:lstStyle/>
          <a:p>
            <a:pPr>
              <a:defRPr/>
            </a:pPr>
            <a:r>
              <a:rPr lang="fr-FR"/>
              <a:t>Modifiez le style du titre</a:t>
            </a:r>
            <a:endParaRPr/>
          </a:p>
        </p:txBody>
      </p:sp>
      <p:sp>
        <p:nvSpPr>
          <p:cNvPr id="1958139098" name="Espace réservé de la date 2"/>
          <p:cNvSpPr>
            <a:spLocks noGrp="1"/>
          </p:cNvSpPr>
          <p:nvPr>
            <p:ph type="dt" sz="half" idx="10"/>
          </p:nvPr>
        </p:nvSpPr>
        <p:spPr bwMode="auto"/>
        <p:txBody>
          <a:bodyPr/>
          <a:lstStyle/>
          <a:p>
            <a:pPr>
              <a:defRPr/>
            </a:pPr>
            <a:fld id="{BCC18F51-09EC-435C-A3BA-64A766E099C0}" type="datetimeFigureOut">
              <a:rPr lang="fr-FR"/>
              <a:t>12/06/2026</a:t>
            </a:fld>
            <a:endParaRPr lang="fr-FR"/>
          </a:p>
        </p:txBody>
      </p:sp>
      <p:sp>
        <p:nvSpPr>
          <p:cNvPr id="1476403927" name="Espace réservé du pied de page 3"/>
          <p:cNvSpPr>
            <a:spLocks noGrp="1"/>
          </p:cNvSpPr>
          <p:nvPr>
            <p:ph type="ftr" sz="quarter" idx="11"/>
          </p:nvPr>
        </p:nvSpPr>
        <p:spPr bwMode="auto"/>
        <p:txBody>
          <a:bodyPr/>
          <a:lstStyle/>
          <a:p>
            <a:pPr>
              <a:defRPr/>
            </a:pPr>
            <a:endParaRPr lang="fr-FR"/>
          </a:p>
        </p:txBody>
      </p:sp>
      <p:sp>
        <p:nvSpPr>
          <p:cNvPr id="916916881" name="Espace réservé du numéro de diapositive 4"/>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Vide">
    <p:spTree>
      <p:nvGrpSpPr>
        <p:cNvPr id="1" name=""/>
        <p:cNvGrpSpPr/>
        <p:nvPr/>
      </p:nvGrpSpPr>
      <p:grpSpPr bwMode="auto">
        <a:xfrm>
          <a:off x="0" y="0"/>
          <a:ext cx="0" cy="0"/>
          <a:chOff x="0" y="0"/>
          <a:chExt cx="0" cy="0"/>
        </a:xfrm>
      </p:grpSpPr>
      <p:sp>
        <p:nvSpPr>
          <p:cNvPr id="2060931747" name="Espace réservé de la date 1"/>
          <p:cNvSpPr>
            <a:spLocks noGrp="1"/>
          </p:cNvSpPr>
          <p:nvPr>
            <p:ph type="dt" sz="half" idx="10"/>
          </p:nvPr>
        </p:nvSpPr>
        <p:spPr bwMode="auto"/>
        <p:txBody>
          <a:bodyPr/>
          <a:lstStyle/>
          <a:p>
            <a:pPr>
              <a:defRPr/>
            </a:pPr>
            <a:fld id="{BCC18F51-09EC-435C-A3BA-64A766E099C0}" type="datetimeFigureOut">
              <a:rPr lang="fr-FR"/>
              <a:t>12/06/2026</a:t>
            </a:fld>
            <a:endParaRPr lang="fr-FR"/>
          </a:p>
        </p:txBody>
      </p:sp>
      <p:sp>
        <p:nvSpPr>
          <p:cNvPr id="2114322103" name="Espace réservé du pied de page 2"/>
          <p:cNvSpPr>
            <a:spLocks noGrp="1"/>
          </p:cNvSpPr>
          <p:nvPr>
            <p:ph type="ftr" sz="quarter" idx="11"/>
          </p:nvPr>
        </p:nvSpPr>
        <p:spPr bwMode="auto"/>
        <p:txBody>
          <a:bodyPr/>
          <a:lstStyle/>
          <a:p>
            <a:pPr>
              <a:defRPr/>
            </a:pPr>
            <a:endParaRPr lang="fr-FR"/>
          </a:p>
        </p:txBody>
      </p:sp>
      <p:sp>
        <p:nvSpPr>
          <p:cNvPr id="156936266" name="Espace réservé du numéro de diapositive 3"/>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u avec légende">
    <p:spTree>
      <p:nvGrpSpPr>
        <p:cNvPr id="1" name=""/>
        <p:cNvGrpSpPr/>
        <p:nvPr/>
      </p:nvGrpSpPr>
      <p:grpSpPr bwMode="auto">
        <a:xfrm>
          <a:off x="0" y="0"/>
          <a:ext cx="0" cy="0"/>
          <a:chOff x="0" y="0"/>
          <a:chExt cx="0" cy="0"/>
        </a:xfrm>
      </p:grpSpPr>
      <p:sp>
        <p:nvSpPr>
          <p:cNvPr id="923011611" name="Titre 1"/>
          <p:cNvSpPr>
            <a:spLocks noGrp="1"/>
          </p:cNvSpPr>
          <p:nvPr>
            <p:ph type="title"/>
          </p:nvPr>
        </p:nvSpPr>
        <p:spPr bwMode="auto">
          <a:xfrm>
            <a:off x="520734" y="712799"/>
            <a:ext cx="2438296" cy="2494800"/>
          </a:xfrm>
        </p:spPr>
        <p:txBody>
          <a:bodyPr anchor="b"/>
          <a:lstStyle>
            <a:lvl1pPr>
              <a:defRPr sz="3200"/>
            </a:lvl1pPr>
          </a:lstStyle>
          <a:p>
            <a:pPr>
              <a:defRPr/>
            </a:pPr>
            <a:r>
              <a:rPr lang="fr-FR"/>
              <a:t>Modifiez le style du titre</a:t>
            </a:r>
            <a:endParaRPr/>
          </a:p>
        </p:txBody>
      </p:sp>
      <p:sp>
        <p:nvSpPr>
          <p:cNvPr id="1081350061" name="Espace réservé du contenu 2"/>
          <p:cNvSpPr>
            <a:spLocks noGrp="1"/>
          </p:cNvSpPr>
          <p:nvPr>
            <p:ph idx="1"/>
          </p:nvPr>
        </p:nvSpPr>
        <p:spPr bwMode="auto">
          <a:xfrm>
            <a:off x="3213984" y="1539449"/>
            <a:ext cx="3827250" cy="7598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050754499" name="Espace réservé du texte 3"/>
          <p:cNvSpPr>
            <a:spLocks noGrp="1"/>
          </p:cNvSpPr>
          <p:nvPr>
            <p:ph type="body" sz="half" idx="2"/>
          </p:nvPr>
        </p:nvSpPr>
        <p:spPr bwMode="auto">
          <a:xfrm>
            <a:off x="520734" y="3207600"/>
            <a:ext cx="2438296" cy="59424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2103573618" name="Espace réservé de la date 4"/>
          <p:cNvSpPr>
            <a:spLocks noGrp="1"/>
          </p:cNvSpPr>
          <p:nvPr>
            <p:ph type="dt" sz="half" idx="10"/>
          </p:nvPr>
        </p:nvSpPr>
        <p:spPr bwMode="auto"/>
        <p:txBody>
          <a:bodyPr/>
          <a:lstStyle/>
          <a:p>
            <a:pPr>
              <a:defRPr/>
            </a:pPr>
            <a:fld id="{BCC18F51-09EC-435C-A3BA-64A766E099C0}" type="datetimeFigureOut">
              <a:rPr lang="fr-FR"/>
              <a:t>12/06/2026</a:t>
            </a:fld>
            <a:endParaRPr lang="fr-FR"/>
          </a:p>
        </p:txBody>
      </p:sp>
      <p:sp>
        <p:nvSpPr>
          <p:cNvPr id="540722182" name="Espace réservé du pied de page 5"/>
          <p:cNvSpPr>
            <a:spLocks noGrp="1"/>
          </p:cNvSpPr>
          <p:nvPr>
            <p:ph type="ftr" sz="quarter" idx="11"/>
          </p:nvPr>
        </p:nvSpPr>
        <p:spPr bwMode="auto"/>
        <p:txBody>
          <a:bodyPr/>
          <a:lstStyle/>
          <a:p>
            <a:pPr>
              <a:defRPr/>
            </a:pPr>
            <a:endParaRPr lang="fr-FR"/>
          </a:p>
        </p:txBody>
      </p:sp>
      <p:sp>
        <p:nvSpPr>
          <p:cNvPr id="1801977748"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Image avec légende">
    <p:spTree>
      <p:nvGrpSpPr>
        <p:cNvPr id="1" name=""/>
        <p:cNvGrpSpPr/>
        <p:nvPr/>
      </p:nvGrpSpPr>
      <p:grpSpPr bwMode="auto">
        <a:xfrm>
          <a:off x="0" y="0"/>
          <a:ext cx="0" cy="0"/>
          <a:chOff x="0" y="0"/>
          <a:chExt cx="0" cy="0"/>
        </a:xfrm>
      </p:grpSpPr>
      <p:sp>
        <p:nvSpPr>
          <p:cNvPr id="295764679" name="Titre 1"/>
          <p:cNvSpPr>
            <a:spLocks noGrp="1"/>
          </p:cNvSpPr>
          <p:nvPr>
            <p:ph type="title"/>
          </p:nvPr>
        </p:nvSpPr>
        <p:spPr bwMode="auto">
          <a:xfrm>
            <a:off x="520734" y="712799"/>
            <a:ext cx="2438296" cy="2494800"/>
          </a:xfrm>
        </p:spPr>
        <p:txBody>
          <a:bodyPr anchor="b"/>
          <a:lstStyle>
            <a:lvl1pPr>
              <a:defRPr sz="3200"/>
            </a:lvl1pPr>
          </a:lstStyle>
          <a:p>
            <a:pPr>
              <a:defRPr/>
            </a:pPr>
            <a:r>
              <a:rPr lang="fr-FR"/>
              <a:t>Modifiez le style du titre</a:t>
            </a:r>
            <a:endParaRPr/>
          </a:p>
        </p:txBody>
      </p:sp>
      <p:sp>
        <p:nvSpPr>
          <p:cNvPr id="603721186" name="Espace réservé pour une image 2"/>
          <p:cNvSpPr>
            <a:spLocks noChangeAspect="1" noGrp="1"/>
          </p:cNvSpPr>
          <p:nvPr>
            <p:ph type="pic" idx="1"/>
          </p:nvPr>
        </p:nvSpPr>
        <p:spPr bwMode="auto">
          <a:xfrm>
            <a:off x="3213984" y="1539449"/>
            <a:ext cx="3827250" cy="7598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fr-FR"/>
              <a:t>Cliquez sur l'icône pour ajouter une image</a:t>
            </a:r>
            <a:endParaRPr/>
          </a:p>
        </p:txBody>
      </p:sp>
      <p:sp>
        <p:nvSpPr>
          <p:cNvPr id="2021853009" name="Espace réservé du texte 3"/>
          <p:cNvSpPr>
            <a:spLocks noGrp="1"/>
          </p:cNvSpPr>
          <p:nvPr>
            <p:ph type="body" sz="half" idx="2"/>
          </p:nvPr>
        </p:nvSpPr>
        <p:spPr bwMode="auto">
          <a:xfrm>
            <a:off x="520734" y="3207600"/>
            <a:ext cx="2438296" cy="59424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1751835686" name="Espace réservé de la date 4"/>
          <p:cNvSpPr>
            <a:spLocks noGrp="1"/>
          </p:cNvSpPr>
          <p:nvPr>
            <p:ph type="dt" sz="half" idx="10"/>
          </p:nvPr>
        </p:nvSpPr>
        <p:spPr bwMode="auto"/>
        <p:txBody>
          <a:bodyPr/>
          <a:lstStyle/>
          <a:p>
            <a:pPr>
              <a:defRPr/>
            </a:pPr>
            <a:fld id="{BCC18F51-09EC-435C-A3BA-64A766E099C0}" type="datetimeFigureOut">
              <a:rPr lang="fr-FR"/>
              <a:t>12/06/2026</a:t>
            </a:fld>
            <a:endParaRPr lang="fr-FR"/>
          </a:p>
        </p:txBody>
      </p:sp>
      <p:sp>
        <p:nvSpPr>
          <p:cNvPr id="1485186643" name="Espace réservé du pied de page 5"/>
          <p:cNvSpPr>
            <a:spLocks noGrp="1"/>
          </p:cNvSpPr>
          <p:nvPr>
            <p:ph type="ftr" sz="quarter" idx="11"/>
          </p:nvPr>
        </p:nvSpPr>
        <p:spPr bwMode="auto"/>
        <p:txBody>
          <a:bodyPr/>
          <a:lstStyle/>
          <a:p>
            <a:pPr>
              <a:defRPr/>
            </a:pPr>
            <a:endParaRPr lang="fr-FR"/>
          </a:p>
        </p:txBody>
      </p:sp>
      <p:sp>
        <p:nvSpPr>
          <p:cNvPr id="486376541"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re et texte vertical">
    <p:spTree>
      <p:nvGrpSpPr>
        <p:cNvPr id="1" name=""/>
        <p:cNvGrpSpPr/>
        <p:nvPr/>
      </p:nvGrpSpPr>
      <p:grpSpPr bwMode="auto">
        <a:xfrm>
          <a:off x="0" y="0"/>
          <a:ext cx="0" cy="0"/>
          <a:chOff x="0" y="0"/>
          <a:chExt cx="0" cy="0"/>
        </a:xfrm>
      </p:grpSpPr>
      <p:sp>
        <p:nvSpPr>
          <p:cNvPr id="1134047131" name="Titre 1"/>
          <p:cNvSpPr>
            <a:spLocks noGrp="1"/>
          </p:cNvSpPr>
          <p:nvPr>
            <p:ph type="title"/>
          </p:nvPr>
        </p:nvSpPr>
        <p:spPr bwMode="auto"/>
        <p:txBody>
          <a:bodyPr/>
          <a:lstStyle/>
          <a:p>
            <a:pPr>
              <a:defRPr/>
            </a:pPr>
            <a:r>
              <a:rPr lang="fr-FR"/>
              <a:t>Modifiez le style du titre</a:t>
            </a:r>
            <a:endParaRPr/>
          </a:p>
        </p:txBody>
      </p:sp>
      <p:sp>
        <p:nvSpPr>
          <p:cNvPr id="181644249" name="Espace réservé du texte vertical 2"/>
          <p:cNvSpPr>
            <a:spLocks noGrp="1"/>
          </p:cNvSpPr>
          <p:nvPr>
            <p:ph type="body" orient="vert" idx="1"/>
          </p:nvPr>
        </p:nvSpPr>
        <p:spPr bwMode="auto"/>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189181372" name="Espace réservé de la date 3"/>
          <p:cNvSpPr>
            <a:spLocks noGrp="1"/>
          </p:cNvSpPr>
          <p:nvPr>
            <p:ph type="dt" sz="half" idx="10"/>
          </p:nvPr>
        </p:nvSpPr>
        <p:spPr bwMode="auto"/>
        <p:txBody>
          <a:bodyPr/>
          <a:lstStyle/>
          <a:p>
            <a:pPr>
              <a:defRPr/>
            </a:pPr>
            <a:fld id="{BCC18F51-09EC-435C-A3BA-64A766E099C0}" type="datetimeFigureOut">
              <a:rPr lang="fr-FR"/>
              <a:t>12/06/2026</a:t>
            </a:fld>
            <a:endParaRPr lang="fr-FR"/>
          </a:p>
        </p:txBody>
      </p:sp>
      <p:sp>
        <p:nvSpPr>
          <p:cNvPr id="262498369" name="Espace réservé du pied de page 4"/>
          <p:cNvSpPr>
            <a:spLocks noGrp="1"/>
          </p:cNvSpPr>
          <p:nvPr>
            <p:ph type="ftr" sz="quarter" idx="11"/>
          </p:nvPr>
        </p:nvSpPr>
        <p:spPr bwMode="auto"/>
        <p:txBody>
          <a:bodyPr/>
          <a:lstStyle/>
          <a:p>
            <a:pPr>
              <a:defRPr/>
            </a:pPr>
            <a:endParaRPr lang="fr-FR"/>
          </a:p>
        </p:txBody>
      </p:sp>
      <p:sp>
        <p:nvSpPr>
          <p:cNvPr id="1138614935"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Titre vertical et texte">
    <p:spTree>
      <p:nvGrpSpPr>
        <p:cNvPr id="1" name=""/>
        <p:cNvGrpSpPr/>
        <p:nvPr/>
      </p:nvGrpSpPr>
      <p:grpSpPr bwMode="auto">
        <a:xfrm>
          <a:off x="0" y="0"/>
          <a:ext cx="0" cy="0"/>
          <a:chOff x="0" y="0"/>
          <a:chExt cx="0" cy="0"/>
        </a:xfrm>
      </p:grpSpPr>
      <p:sp>
        <p:nvSpPr>
          <p:cNvPr id="1566896955" name="Titre vertical 1"/>
          <p:cNvSpPr>
            <a:spLocks noGrp="1"/>
          </p:cNvSpPr>
          <p:nvPr>
            <p:ph type="title" orient="vert"/>
          </p:nvPr>
        </p:nvSpPr>
        <p:spPr bwMode="auto">
          <a:xfrm>
            <a:off x="5410125" y="569249"/>
            <a:ext cx="1630125" cy="9060975"/>
          </a:xfrm>
        </p:spPr>
        <p:txBody>
          <a:bodyPr vert="eaVert"/>
          <a:lstStyle/>
          <a:p>
            <a:pPr>
              <a:defRPr/>
            </a:pPr>
            <a:r>
              <a:rPr lang="fr-FR"/>
              <a:t>Modifiez le style du titre</a:t>
            </a:r>
            <a:endParaRPr/>
          </a:p>
        </p:txBody>
      </p:sp>
      <p:sp>
        <p:nvSpPr>
          <p:cNvPr id="752668984" name="Espace réservé du texte vertical 2"/>
          <p:cNvSpPr>
            <a:spLocks noGrp="1"/>
          </p:cNvSpPr>
          <p:nvPr>
            <p:ph type="body" orient="vert" idx="1"/>
          </p:nvPr>
        </p:nvSpPr>
        <p:spPr bwMode="auto">
          <a:xfrm>
            <a:off x="519750" y="569249"/>
            <a:ext cx="4795875" cy="9060975"/>
          </a:xfrm>
        </p:spPr>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813351470" name="Espace réservé de la date 3"/>
          <p:cNvSpPr>
            <a:spLocks noGrp="1"/>
          </p:cNvSpPr>
          <p:nvPr>
            <p:ph type="dt" sz="half" idx="10"/>
          </p:nvPr>
        </p:nvSpPr>
        <p:spPr bwMode="auto"/>
        <p:txBody>
          <a:bodyPr/>
          <a:lstStyle/>
          <a:p>
            <a:pPr>
              <a:defRPr/>
            </a:pPr>
            <a:fld id="{BCC18F51-09EC-435C-A3BA-64A766E099C0}" type="datetimeFigureOut">
              <a:rPr lang="fr-FR"/>
              <a:t>12/06/2026</a:t>
            </a:fld>
            <a:endParaRPr lang="fr-FR"/>
          </a:p>
        </p:txBody>
      </p:sp>
      <p:sp>
        <p:nvSpPr>
          <p:cNvPr id="700769090" name="Espace réservé du pied de page 4"/>
          <p:cNvSpPr>
            <a:spLocks noGrp="1"/>
          </p:cNvSpPr>
          <p:nvPr>
            <p:ph type="ftr" sz="quarter" idx="11"/>
          </p:nvPr>
        </p:nvSpPr>
        <p:spPr bwMode="auto"/>
        <p:txBody>
          <a:bodyPr/>
          <a:lstStyle/>
          <a:p>
            <a:pPr>
              <a:defRPr/>
            </a:pPr>
            <a:endParaRPr lang="fr-FR"/>
          </a:p>
        </p:txBody>
      </p:sp>
      <p:sp>
        <p:nvSpPr>
          <p:cNvPr id="894206228"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336041015" name="Espace réservé du titre 1"/>
          <p:cNvSpPr>
            <a:spLocks noGrp="1"/>
          </p:cNvSpPr>
          <p:nvPr>
            <p:ph type="title"/>
          </p:nvPr>
        </p:nvSpPr>
        <p:spPr bwMode="auto">
          <a:xfrm>
            <a:off x="519750" y="569249"/>
            <a:ext cx="6520500" cy="2066625"/>
          </a:xfrm>
          <a:prstGeom prst="rect">
            <a:avLst/>
          </a:prstGeom>
        </p:spPr>
        <p:txBody>
          <a:bodyPr vert="horz" lIns="91440" tIns="45720" rIns="91440" bIns="45720" rtlCol="0" anchor="ctr">
            <a:normAutofit/>
          </a:bodyPr>
          <a:lstStyle/>
          <a:p>
            <a:pPr>
              <a:defRPr/>
            </a:pPr>
            <a:r>
              <a:rPr lang="fr-FR"/>
              <a:t>Modifiez le style du titre</a:t>
            </a:r>
            <a:endParaRPr/>
          </a:p>
        </p:txBody>
      </p:sp>
      <p:sp>
        <p:nvSpPr>
          <p:cNvPr id="393553690" name="Espace réservé du texte 2"/>
          <p:cNvSpPr>
            <a:spLocks noGrp="1"/>
          </p:cNvSpPr>
          <p:nvPr>
            <p:ph type="body" idx="1"/>
          </p:nvPr>
        </p:nvSpPr>
        <p:spPr bwMode="auto">
          <a:xfrm>
            <a:off x="519750" y="2846250"/>
            <a:ext cx="6520500" cy="6783975"/>
          </a:xfrm>
          <a:prstGeom prst="rect">
            <a:avLst/>
          </a:prstGeom>
        </p:spPr>
        <p:txBody>
          <a:bodyPr vert="horz" lIns="91440" tIns="45720" rIns="91440" bIns="45720" rtlCol="0">
            <a:normAutofit/>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140416362" name="Espace réservé de la date 3"/>
          <p:cNvSpPr>
            <a:spLocks noGrp="1"/>
          </p:cNvSpPr>
          <p:nvPr>
            <p:ph type="dt" sz="half" idx="2"/>
          </p:nvPr>
        </p:nvSpPr>
        <p:spPr bwMode="auto">
          <a:xfrm>
            <a:off x="519750" y="9909900"/>
            <a:ext cx="1701000" cy="569249"/>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fr-FR"/>
              <a:t>12/06/2026</a:t>
            </a:fld>
            <a:endParaRPr lang="fr-FR"/>
          </a:p>
        </p:txBody>
      </p:sp>
      <p:sp>
        <p:nvSpPr>
          <p:cNvPr id="1270694552" name="Espace réservé du pied de page 4"/>
          <p:cNvSpPr>
            <a:spLocks noGrp="1"/>
          </p:cNvSpPr>
          <p:nvPr>
            <p:ph type="ftr" sz="quarter" idx="3"/>
          </p:nvPr>
        </p:nvSpPr>
        <p:spPr bwMode="auto">
          <a:xfrm>
            <a:off x="2504250" y="9909900"/>
            <a:ext cx="2551500" cy="569249"/>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fr-FR"/>
          </a:p>
        </p:txBody>
      </p:sp>
      <p:sp>
        <p:nvSpPr>
          <p:cNvPr id="1521352721" name="Espace réservé du numéro de diapositive 5"/>
          <p:cNvSpPr>
            <a:spLocks noGrp="1"/>
          </p:cNvSpPr>
          <p:nvPr>
            <p:ph type="sldNum" sz="quarter" idx="4"/>
          </p:nvPr>
        </p:nvSpPr>
        <p:spPr bwMode="auto">
          <a:xfrm>
            <a:off x="5339250" y="9909900"/>
            <a:ext cx="1701000" cy="569249"/>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fr-F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fr-F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media1.svg"/><Relationship Id="rId5" Type="http://schemas.openxmlformats.org/officeDocument/2006/relationships/image" Target="../media/image2.png"/><Relationship Id="rId6" Type="http://schemas.openxmlformats.org/officeDocument/2006/relationships/image" Target="../media/media2.svg"/><Relationship Id="rId7" Type="http://schemas.openxmlformats.org/officeDocument/2006/relationships/image" Target="../media/image3.png"/><Relationship Id="rId8" Type="http://schemas.openxmlformats.org/officeDocument/2006/relationships/image" Target="../media/media3.svg"/><Relationship Id="rId9" Type="http://schemas.openxmlformats.org/officeDocument/2006/relationships/image" Target="../media/image4.jpg"/><Relationship Id="rId10" Type="http://schemas.openxmlformats.org/officeDocument/2006/relationships/hyperlink" Target="https://www.linkedin.com/in/clement-noel-renard/" TargetMode="External"/><Relationship Id="rId11" Type="http://schemas.openxmlformats.org/officeDocument/2006/relationships/image" Target="../media/image5.png"/><Relationship Id="rId12" Type="http://schemas.openxmlformats.org/officeDocument/2006/relationships/image" Target="../media/media4.svg"/><Relationship Id="rId13" Type="http://schemas.openxmlformats.org/officeDocument/2006/relationships/image" Target="../media/image6.png"/><Relationship Id="rId14" Type="http://schemas.openxmlformats.org/officeDocument/2006/relationships/image" Target="../media/media5.svg"/><Relationship Id="rId15" Type="http://schemas.openxmlformats.org/officeDocument/2006/relationships/image" Target="../media/image7.png"/><Relationship Id="rId16" Type="http://schemas.openxmlformats.org/officeDocument/2006/relationships/hyperlink" Target="https://clementnoelrenard.github.io/" TargetMode="External"/><Relationship Id="rId17"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9804377" name="Rectangle : avec coins rognés en diagonale 678194563"/>
          <p:cNvSpPr/>
          <p:nvPr/>
        </p:nvSpPr>
        <p:spPr bwMode="auto">
          <a:xfrm>
            <a:off x="1600659" y="9161611"/>
            <a:ext cx="5878302" cy="1461024"/>
          </a:xfrm>
          <a:prstGeom prst="snip2DiagRect">
            <a:avLst>
              <a:gd name="adj1" fmla="val 0"/>
              <a:gd name="adj2" fmla="val 15767"/>
            </a:avLst>
          </a:prstGeom>
          <a:solidFill>
            <a:schemeClr val="accent6">
              <a:alpha val="16999"/>
            </a:schemeClr>
          </a:solidFill>
          <a:ln w="19049" cap="flat" cmpd="sng" algn="ctr">
            <a:solidFill>
              <a:schemeClr val="accent6">
                <a:lumMod val="40000"/>
                <a:lumOff val="6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a:defRPr/>
            </a:pPr>
            <a:endParaRPr lang="fr-FR">
              <a:solidFill>
                <a:srgbClr val="000000"/>
              </a:solidFill>
              <a:latin typeface="Aptos"/>
            </a:endParaRPr>
          </a:p>
        </p:txBody>
      </p:sp>
      <p:sp>
        <p:nvSpPr>
          <p:cNvPr id="403337214" name="Rectangle : avec coins rognés en diagonale 1750954592"/>
          <p:cNvSpPr/>
          <p:nvPr/>
        </p:nvSpPr>
        <p:spPr bwMode="auto">
          <a:xfrm>
            <a:off x="122464" y="95249"/>
            <a:ext cx="4815839" cy="999246"/>
          </a:xfrm>
          <a:prstGeom prst="snip2DiagRect">
            <a:avLst>
              <a:gd name="adj1" fmla="val 0"/>
              <a:gd name="adj2" fmla="val 16667"/>
            </a:avLst>
          </a:prstGeom>
          <a:solidFill>
            <a:schemeClr val="accent6">
              <a:alpha val="16999"/>
            </a:schemeClr>
          </a:solidFill>
          <a:ln w="19049" cap="flat" cmpd="sng" algn="ctr">
            <a:solidFill>
              <a:schemeClr val="accent6">
                <a:lumMod val="75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a:defRPr/>
            </a:pPr>
            <a:endParaRPr lang="fr-FR"/>
          </a:p>
        </p:txBody>
      </p:sp>
      <p:sp>
        <p:nvSpPr>
          <p:cNvPr id="450798727" name="Rectangle : avec coins rognés en diagonale 8200015"/>
          <p:cNvSpPr/>
          <p:nvPr/>
        </p:nvSpPr>
        <p:spPr bwMode="auto">
          <a:xfrm flipH="1">
            <a:off x="5058749" y="95247"/>
            <a:ext cx="2420210" cy="999245"/>
          </a:xfrm>
          <a:prstGeom prst="snip2DiagRect">
            <a:avLst>
              <a:gd name="adj1" fmla="val 0"/>
              <a:gd name="adj2" fmla="val 16667"/>
            </a:avLst>
          </a:prstGeom>
          <a:solidFill>
            <a:schemeClr val="accent6">
              <a:alpha val="16999"/>
            </a:schemeClr>
          </a:solidFill>
          <a:ln w="19049" cap="flat" cmpd="sng" algn="ctr">
            <a:solidFill>
              <a:schemeClr val="accent6">
                <a:lumMod val="75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a:defRPr/>
            </a:pPr>
            <a:endParaRPr lang="fr-FR"/>
          </a:p>
        </p:txBody>
      </p:sp>
      <p:pic>
        <p:nvPicPr>
          <p:cNvPr id="1218510457" name="Graphique 1510407642" descr="Utilisateur avec un remplissage uni"/>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015363" y="219344"/>
            <a:ext cx="220979" cy="220979"/>
          </a:xfrm>
          <a:prstGeom prst="rect">
            <a:avLst/>
          </a:prstGeom>
        </p:spPr>
      </p:pic>
      <p:pic>
        <p:nvPicPr>
          <p:cNvPr id="984172477" name="Graphique 16321937" descr="Logement avec un remplissage uni"/>
          <p:cNvPicPr>
            <a:picLocks noChangeAspect="1"/>
          </p:cNvPicPr>
          <p:nvPr/>
        </p:nvPicPr>
        <p:blipFill rotWithShape="1">
          <a:blip r:embed="rId5">
            <a:extLst>
              <a:ext uri="{96DAC541-7B7A-43D3-8B79-37D633B846F1}">
                <asvg:svgBlip xmlns:asvg="http://schemas.microsoft.com/office/drawing/2016/SVG/main" r:embed="rId6"/>
              </a:ext>
            </a:extLst>
          </a:blip>
          <a:stretch/>
        </p:blipFill>
        <p:spPr bwMode="auto">
          <a:xfrm>
            <a:off x="1003440" y="450090"/>
            <a:ext cx="240030" cy="240030"/>
          </a:xfrm>
          <a:prstGeom prst="rect">
            <a:avLst/>
          </a:prstGeom>
        </p:spPr>
      </p:pic>
      <p:pic>
        <p:nvPicPr>
          <p:cNvPr id="981152899" name="Graphique 1094171792" descr="Enveloppe avec un remplissage uni"/>
          <p:cNvPicPr>
            <a:picLocks noChangeAspect="1"/>
          </p:cNvPicPr>
          <p:nvPr/>
        </p:nvPicPr>
        <p:blipFill rotWithShape="1">
          <a:blip r:embed="rId7">
            <a:extLst>
              <a:ext uri="{96DAC541-7B7A-43D3-8B79-37D633B846F1}">
                <asvg:svgBlip xmlns:asvg="http://schemas.microsoft.com/office/drawing/2016/SVG/main" r:embed="rId8"/>
              </a:ext>
            </a:extLst>
          </a:blip>
          <a:stretch/>
        </p:blipFill>
        <p:spPr bwMode="auto">
          <a:xfrm>
            <a:off x="996312" y="704907"/>
            <a:ext cx="249554" cy="249554"/>
          </a:xfrm>
          <a:prstGeom prst="rect">
            <a:avLst/>
          </a:prstGeom>
        </p:spPr>
      </p:pic>
      <p:pic>
        <p:nvPicPr>
          <p:cNvPr id="2102440917" name="Image 1"/>
          <p:cNvPicPr>
            <a:picLocks noChangeAspect="1"/>
          </p:cNvPicPr>
          <p:nvPr/>
        </p:nvPicPr>
        <p:blipFill rotWithShape="1">
          <a:blip r:embed="rId9"/>
          <a:srcRect l="6714" t="0" r="10757" b="12372"/>
          <a:stretch/>
        </p:blipFill>
        <p:spPr bwMode="auto">
          <a:xfrm>
            <a:off x="176892" y="151309"/>
            <a:ext cx="723928" cy="887126"/>
          </a:xfrm>
          <a:prstGeom prst="rect">
            <a:avLst/>
          </a:prstGeom>
          <a:ln w="19050" cap="flat" cmpd="sng" algn="ctr">
            <a:solidFill>
              <a:srgbClr val="70AD47"/>
            </a:solidFill>
            <a:prstDash val="solid"/>
            <a:round/>
            <a:headEnd type="none" w="med" len="med"/>
            <a:tailEnd type="none" w="med" len="med"/>
          </a:ln>
          <a:effectLst>
            <a:outerShdw blurRad="50800" dist="38100" dir="2700000" algn="tl" rotWithShape="0">
              <a:prstClr val="black">
                <a:alpha val="40000"/>
              </a:prstClr>
            </a:outerShdw>
          </a:effectLst>
        </p:spPr>
      </p:pic>
      <p:sp>
        <p:nvSpPr>
          <p:cNvPr id="1216948535" name="Rectangle 1081849229"/>
          <p:cNvSpPr/>
          <p:nvPr/>
        </p:nvSpPr>
        <p:spPr bwMode="auto">
          <a:xfrm>
            <a:off x="1270224" y="170085"/>
            <a:ext cx="3588702" cy="1019657"/>
          </a:xfrm>
          <a:prstGeom prst="rect">
            <a:avLst/>
          </a:prstGeom>
          <a:noFill/>
          <a:ln w="9525">
            <a:noFill/>
            <a:miter lim="800000"/>
            <a:headEnd/>
            <a:tailEnd/>
          </a:ln>
        </p:spPr>
        <p:txBody>
          <a:bodyPr rot="0" vert="horz" wrap="square" lIns="91440" tIns="45720" rIns="91440" bIns="45720" anchor="t" anchorCtr="0">
            <a:noAutofit/>
          </a:bodyPr>
          <a:lstStyle/>
          <a:p>
            <a:pPr>
              <a:defRPr/>
            </a:pPr>
            <a:r>
              <a:rPr lang="fr-FR" sz="1600" b="1">
                <a:solidFill>
                  <a:schemeClr val="tx1"/>
                </a:solidFill>
                <a:latin typeface="Arial"/>
                <a:ea typeface="Arial"/>
                <a:cs typeface="Arial"/>
              </a:rPr>
              <a:t>CLÉMENT NOËL – Né en 2001</a:t>
            </a:r>
            <a:endParaRPr lang="fr-FR" sz="1600" b="1">
              <a:solidFill>
                <a:schemeClr val="tx1"/>
              </a:solidFill>
              <a:latin typeface="Arial"/>
              <a:cs typeface="Arial"/>
            </a:endParaRPr>
          </a:p>
          <a:p>
            <a:pPr>
              <a:defRPr/>
            </a:pPr>
            <a:r>
              <a:rPr lang="fr-FR" sz="1600">
                <a:solidFill>
                  <a:schemeClr val="tx1"/>
                </a:solidFill>
                <a:latin typeface="Arial"/>
                <a:ea typeface="Arial"/>
                <a:cs typeface="Arial"/>
              </a:rPr>
              <a:t>33160 Pessac</a:t>
            </a:r>
            <a:endParaRPr lang="fr-FR" sz="1600">
              <a:solidFill>
                <a:schemeClr val="tx1"/>
              </a:solidFill>
              <a:latin typeface="Arial"/>
              <a:cs typeface="Arial"/>
            </a:endParaRPr>
          </a:p>
          <a:p>
            <a:pPr>
              <a:defRPr/>
            </a:pPr>
            <a:r>
              <a:rPr lang="fr-FR" sz="1600" u="sng">
                <a:solidFill>
                  <a:schemeClr val="tx1"/>
                </a:solidFill>
                <a:latin typeface="Arial"/>
                <a:cs typeface="Arial"/>
                <a:hlinkClick r:id="rId10" tooltip="Linkedin - clement noel"/>
              </a:rPr>
              <a:t>Linkedin</a:t>
            </a:r>
            <a:endParaRPr lang="fr-FR" sz="1600">
              <a:solidFill>
                <a:schemeClr val="tx1"/>
              </a:solidFill>
              <a:latin typeface="Arial"/>
              <a:cs typeface="Arial"/>
            </a:endParaRPr>
          </a:p>
        </p:txBody>
      </p:sp>
      <p:sp>
        <p:nvSpPr>
          <p:cNvPr id="1220054123" name="Rectangle 1860792351"/>
          <p:cNvSpPr/>
          <p:nvPr/>
        </p:nvSpPr>
        <p:spPr bwMode="auto">
          <a:xfrm>
            <a:off x="4957850" y="124094"/>
            <a:ext cx="2593574" cy="999245"/>
          </a:xfrm>
          <a:prstGeom prst="rect">
            <a:avLst/>
          </a:prstGeom>
          <a:noFill/>
          <a:ln w="6350">
            <a:noFill/>
          </a:ln>
        </p:spPr>
        <p:txBody>
          <a:bodyPr rot="0" spcFirstLastPara="0" vertOverflow="overflow" horzOverflow="overflow" vert="horz" wrap="square" lIns="91440" tIns="45720" rIns="91440" bIns="45720" numCol="1" spcCol="0" rtlCol="0" fromWordArt="0" anchor="t" anchorCtr="0" forceAA="0" compatLnSpc="1">
            <a:prstTxWarp prst="textNoShape"/>
            <a:noAutofit/>
          </a:bodyPr>
          <a:lstStyle/>
          <a:p>
            <a:pPr marL="0" algn="ctr">
              <a:defRPr/>
            </a:pPr>
            <a:r>
              <a:rPr lang="fr-FR" b="1" i="1" u="sng">
                <a:solidFill>
                  <a:srgbClr val="000000"/>
                </a:solidFill>
                <a:latin typeface="Aptos"/>
                <a:cs typeface="Open Sans ExtraBold"/>
              </a:rPr>
              <a:t>Ingénieur Automatisme et Embarqué</a:t>
            </a:r>
            <a:endParaRPr lang="fr-FR" sz="1800" b="1">
              <a:solidFill>
                <a:srgbClr val="000000"/>
              </a:solidFill>
              <a:latin typeface="Aptos"/>
            </a:endParaRPr>
          </a:p>
        </p:txBody>
      </p:sp>
      <p:sp>
        <p:nvSpPr>
          <p:cNvPr id="2105694587" name="Rectangle 129104790"/>
          <p:cNvSpPr/>
          <p:nvPr/>
        </p:nvSpPr>
        <p:spPr bwMode="auto">
          <a:xfrm flipH="0" flipV="0">
            <a:off x="-95249" y="1094495"/>
            <a:ext cx="7743825" cy="415894"/>
          </a:xfrm>
          <a:prstGeom prst="rect">
            <a:avLst/>
          </a:prstGeom>
          <a:noFill/>
          <a:ln w="9525">
            <a:noFill/>
            <a:miter lim="800000"/>
            <a:headEnd/>
            <a:tailEnd/>
          </a:ln>
        </p:spPr>
        <p:txBody>
          <a:bodyPr rot="0" vert="horz" wrap="square" lIns="91440" tIns="45720" rIns="91440" bIns="45720" anchor="t" anchorCtr="0">
            <a:noAutofit/>
          </a:bodyPr>
          <a:lstStyle/>
          <a:p>
            <a:pPr marL="0" algn="ctr">
              <a:defRPr/>
            </a:pPr>
            <a:r>
              <a:rPr lang="fr-FR" sz="1000">
                <a:solidFill>
                  <a:srgbClr val="000000"/>
                </a:solidFill>
                <a:latin typeface="Aptos"/>
              </a:rPr>
              <a:t>« Je suis passionné par tout ce qui touche à la gestion de la vie privé et l’auto-suffisance informatique, contributeur Wiki/Osm et des documentations </a:t>
            </a:r>
            <a:r>
              <a:rPr lang="fr-FR" sz="1000">
                <a:solidFill>
                  <a:srgbClr val="000000"/>
                </a:solidFill>
                <a:latin typeface="Aptos"/>
              </a:rPr>
              <a:t>D</a:t>
            </a:r>
            <a:r>
              <a:rPr lang="fr-FR" sz="1000">
                <a:solidFill>
                  <a:srgbClr val="000000"/>
                </a:solidFill>
                <a:latin typeface="Aptos"/>
              </a:rPr>
              <a:t>ebian en français, j'aimerais poursuivre une carrière en tant qu'ingénieur du terrain industrielle ou informatique,»</a:t>
            </a:r>
            <a:endParaRPr/>
          </a:p>
        </p:txBody>
      </p:sp>
      <p:sp>
        <p:nvSpPr>
          <p:cNvPr id="452158607" name="Connecteur droit 1663352036"/>
          <p:cNvSpPr/>
          <p:nvPr/>
        </p:nvSpPr>
        <p:spPr bwMode="auto">
          <a:xfrm>
            <a:off x="176892" y="1510392"/>
            <a:ext cx="7277342" cy="0"/>
          </a:xfrm>
          <a:prstGeom prst="line">
            <a:avLst/>
          </a:prstGeom>
          <a:ln w="28575" cap="flat" cmpd="sng" algn="ctr">
            <a:solidFill>
              <a:schemeClr val="accent6"/>
            </a:solidFill>
            <a:prstDash val="solid"/>
            <a:miter/>
          </a:ln>
          <a:effectLst/>
        </p:spPr>
        <p:style>
          <a:lnRef idx="2">
            <a:schemeClr val="accent6"/>
          </a:lnRef>
          <a:fillRef idx="0">
            <a:schemeClr val="accent6"/>
          </a:fillRef>
          <a:effectRef idx="1">
            <a:schemeClr val="accent6"/>
          </a:effectRef>
          <a:fontRef idx="minor">
            <a:schemeClr val="tx1"/>
          </a:fontRef>
        </p:style>
        <p:txBody>
          <a:bodyPr/>
          <a:lstStyle/>
          <a:p>
            <a:pPr>
              <a:defRPr/>
            </a:pPr>
            <a:endParaRPr lang="fr-FR"/>
          </a:p>
        </p:txBody>
      </p:sp>
      <p:sp>
        <p:nvSpPr>
          <p:cNvPr id="1103941202" name="Rectangle 642067464"/>
          <p:cNvSpPr/>
          <p:nvPr/>
        </p:nvSpPr>
        <p:spPr bwMode="auto">
          <a:xfrm>
            <a:off x="501981" y="1477471"/>
            <a:ext cx="6633749" cy="2694901"/>
          </a:xfrm>
          <a:prstGeom prst="rect">
            <a:avLst/>
          </a:prstGeom>
          <a:noFill/>
          <a:ln w="9525">
            <a:noFill/>
            <a:miter lim="800000"/>
            <a:headEnd/>
            <a:tailEnd/>
          </a:ln>
        </p:spPr>
        <p:txBody>
          <a:bodyPr rot="0" vert="horz" wrap="square" lIns="91440" tIns="45720" rIns="91440" bIns="45720" anchor="t" anchorCtr="0">
            <a:noAutofit/>
          </a:bodyPr>
          <a:lstStyle/>
          <a:p>
            <a:pPr marL="0" indent="269874" algn="just">
              <a:defRPr/>
            </a:pPr>
            <a:r>
              <a:rPr lang="fr-FR" sz="1200" b="1">
                <a:solidFill>
                  <a:schemeClr val="tx1"/>
                </a:solidFill>
                <a:latin typeface="Aptos"/>
              </a:rPr>
              <a:t>EXPERIENCE</a:t>
            </a:r>
            <a:endParaRPr lang="fr-FR" sz="1200"/>
          </a:p>
          <a:p>
            <a:pPr algn="just">
              <a:defRPr/>
            </a:pPr>
            <a:r>
              <a:rPr lang="fr-FR" sz="1200" b="1" i="0" u="none" strike="noStrike" cap="none" spc="0">
                <a:solidFill>
                  <a:schemeClr val="tx1"/>
                </a:solidFill>
                <a:latin typeface="Aptos"/>
                <a:ea typeface="Aptos"/>
                <a:cs typeface="Aptos"/>
              </a:rPr>
              <a:t>Mars 2025 – Juillet 2026 - </a:t>
            </a:r>
            <a:r>
              <a:rPr lang="fr-FR" sz="1200" b="1" i="0" u="none" strike="noStrike" cap="none" spc="0">
                <a:solidFill>
                  <a:schemeClr val="accent6"/>
                </a:solidFill>
                <a:latin typeface="Aptos"/>
                <a:ea typeface="Aptos"/>
                <a:cs typeface="Aptos"/>
              </a:rPr>
              <a:t>Conception industrielle</a:t>
            </a:r>
            <a:r>
              <a:rPr lang="fr-FR" sz="1200" b="1" i="0" u="none" strike="noStrike" cap="none" spc="0">
                <a:solidFill>
                  <a:schemeClr val="tx1"/>
                </a:solidFill>
                <a:latin typeface="Aptos"/>
                <a:ea typeface="Aptos"/>
                <a:cs typeface="Aptos"/>
              </a:rPr>
              <a:t>, INEO Aquitaine</a:t>
            </a:r>
            <a:endParaRPr lang="fr-FR" sz="1200" b="1" i="0" u="none" strike="noStrike" cap="none" spc="0">
              <a:solidFill>
                <a:schemeClr val="tx1"/>
              </a:solidFill>
              <a:latin typeface="Times New Roman"/>
              <a:cs typeface="Times New Roman"/>
            </a:endParaRPr>
          </a:p>
          <a:p>
            <a:pPr algn="just">
              <a:defRPr/>
            </a:pPr>
            <a:r>
              <a:rPr lang="fr-FR" sz="1200" b="0" i="0" u="none" strike="noStrike" cap="none" spc="0">
                <a:solidFill>
                  <a:schemeClr val="tx1"/>
                </a:solidFill>
                <a:latin typeface="Aptos"/>
                <a:ea typeface="Aptos"/>
                <a:cs typeface="Aptos"/>
              </a:rPr>
              <a:t>Alternant automaticien, co-conception d’un rétrofits d’IHM de gamme Schneider, </a:t>
            </a:r>
            <a:r>
              <a:rPr lang="fr-FR" sz="1200">
                <a:latin typeface="Aptos"/>
                <a:ea typeface="Aptos"/>
                <a:cs typeface="Aptos"/>
              </a:rPr>
              <a:t>Installation d’une baie industrielle avec KVM et automate siemens </a:t>
            </a:r>
            <a:r>
              <a:rPr lang="fr-FR" sz="1200" b="0" i="0" u="none" strike="noStrike" cap="none" spc="0">
                <a:solidFill>
                  <a:schemeClr val="tx1"/>
                </a:solidFill>
                <a:latin typeface="Aptos"/>
                <a:ea typeface="Aptos"/>
                <a:cs typeface="Aptos"/>
              </a:rPr>
              <a:t>Valorisation de rigueur de travail et gestion de la charge de travail. Esprit d’équipe.</a:t>
            </a:r>
            <a:endParaRPr lang="fr-FR" sz="1200" b="1">
              <a:solidFill>
                <a:schemeClr val="tx1"/>
              </a:solidFill>
              <a:latin typeface="Aptos"/>
            </a:endParaRPr>
          </a:p>
          <a:p>
            <a:pPr algn="just">
              <a:defRPr/>
            </a:pPr>
            <a:r>
              <a:rPr lang="fr-FR" sz="1200" b="1">
                <a:solidFill>
                  <a:schemeClr val="tx1"/>
                </a:solidFill>
                <a:latin typeface="Aptos"/>
              </a:rPr>
              <a:t>Avril 2024 – Juillet 2024 - </a:t>
            </a:r>
            <a:r>
              <a:rPr lang="fr-FR" sz="1200" b="1">
                <a:solidFill>
                  <a:schemeClr val="accent6"/>
                </a:solidFill>
                <a:latin typeface="Aptos"/>
              </a:rPr>
              <a:t>Conception industrielle</a:t>
            </a:r>
            <a:r>
              <a:rPr lang="fr-FR" sz="1200" b="1">
                <a:solidFill>
                  <a:schemeClr val="tx1"/>
                </a:solidFill>
                <a:latin typeface="Aptos"/>
              </a:rPr>
              <a:t>, ISP Aquitaine</a:t>
            </a:r>
            <a:endParaRPr/>
          </a:p>
          <a:p>
            <a:pPr algn="just">
              <a:defRPr/>
            </a:pPr>
            <a:r>
              <a:rPr lang="fr-FR" sz="1200">
                <a:solidFill>
                  <a:schemeClr val="tx1"/>
                </a:solidFill>
                <a:latin typeface="Aptos"/>
              </a:rPr>
              <a:t>Stagiaire Automaticiens un bureau d’étude, conception et implémentation d’une supervision en OPC UA et intégration d’une cellule robotique ABB. Découverte des protocoles réseaux et des contraintes en robotique.</a:t>
            </a:r>
            <a:endParaRPr/>
          </a:p>
          <a:p>
            <a:pPr algn="just">
              <a:defRPr/>
            </a:pPr>
            <a:r>
              <a:rPr lang="fr-FR" sz="1200" b="1">
                <a:solidFill>
                  <a:schemeClr val="tx1"/>
                </a:solidFill>
                <a:latin typeface="Aptos"/>
              </a:rPr>
              <a:t>Avril 2021 – Juillet 2021 - </a:t>
            </a:r>
            <a:r>
              <a:rPr lang="fr-FR" sz="1200" b="1">
                <a:solidFill>
                  <a:schemeClr val="accent6"/>
                </a:solidFill>
                <a:latin typeface="Aptos"/>
              </a:rPr>
              <a:t>Maintenance industrielle</a:t>
            </a:r>
            <a:r>
              <a:rPr lang="fr-FR" sz="1200" b="1">
                <a:solidFill>
                  <a:schemeClr val="tx1"/>
                </a:solidFill>
                <a:latin typeface="Aptos"/>
              </a:rPr>
              <a:t>, Lacosse Emballage</a:t>
            </a:r>
            <a:endParaRPr/>
          </a:p>
          <a:p>
            <a:pPr algn="just">
              <a:defRPr/>
            </a:pPr>
            <a:r>
              <a:rPr lang="fr-FR" sz="1200">
                <a:solidFill>
                  <a:schemeClr val="tx1"/>
                </a:solidFill>
                <a:latin typeface="Aptos"/>
              </a:rPr>
              <a:t>Stagiaire Électricien dans une scierie, Projet restauration complète d’une machine de découpe de bois, mise au norme et intégration process. Gestion de projet complet, elec’, meca’, pneumatique, programmation industrielle.</a:t>
            </a:r>
            <a:endParaRPr/>
          </a:p>
          <a:p>
            <a:pPr algn="just">
              <a:defRPr/>
            </a:pPr>
            <a:r>
              <a:rPr lang="fr-FR" sz="1200" b="1">
                <a:solidFill>
                  <a:schemeClr val="tx1"/>
                </a:solidFill>
                <a:latin typeface="Aptos"/>
              </a:rPr>
              <a:t>Janvier 2020 –Février 2020 – </a:t>
            </a:r>
            <a:r>
              <a:rPr lang="fr-FR" sz="1200" b="1">
                <a:solidFill>
                  <a:schemeClr val="accent6"/>
                </a:solidFill>
                <a:latin typeface="Aptos"/>
              </a:rPr>
              <a:t>Vendeur Elec</a:t>
            </a:r>
            <a:r>
              <a:rPr lang="fr-FR" sz="1200" b="1">
                <a:solidFill>
                  <a:schemeClr val="tx1"/>
                </a:solidFill>
                <a:latin typeface="Aptos"/>
              </a:rPr>
              <a:t>, Yess électrique</a:t>
            </a:r>
            <a:endParaRPr/>
          </a:p>
          <a:p>
            <a:pPr algn="just">
              <a:defRPr/>
            </a:pPr>
            <a:r>
              <a:rPr lang="fr-FR" sz="1200">
                <a:solidFill>
                  <a:schemeClr val="tx1"/>
                </a:solidFill>
                <a:latin typeface="Aptos"/>
              </a:rPr>
              <a:t>Stagiaire vendeur dans une entreprise de vente d’appareil électrique pour professionnels. Conseil donnée sur base d’un cahier des charges, relationnel client.</a:t>
            </a:r>
            <a:endParaRPr lang="fr-FR" sz="1200" b="1">
              <a:solidFill>
                <a:schemeClr val="tx1"/>
              </a:solidFill>
              <a:latin typeface="Aptos"/>
            </a:endParaRPr>
          </a:p>
          <a:p>
            <a:pPr marL="0">
              <a:defRPr/>
            </a:pPr>
            <a:endParaRPr lang="fr-FR" sz="1200"/>
          </a:p>
        </p:txBody>
      </p:sp>
      <p:sp>
        <p:nvSpPr>
          <p:cNvPr id="683613350" name="Connecteur droit 1670271349"/>
          <p:cNvSpPr/>
          <p:nvPr/>
        </p:nvSpPr>
        <p:spPr bwMode="auto">
          <a:xfrm>
            <a:off x="176892" y="4456792"/>
            <a:ext cx="7277341" cy="0"/>
          </a:xfrm>
          <a:prstGeom prst="line">
            <a:avLst/>
          </a:prstGeom>
          <a:ln w="28575" cap="flat" cmpd="sng" algn="ctr">
            <a:solidFill>
              <a:schemeClr val="accent6"/>
            </a:solidFill>
            <a:prstDash val="solid"/>
            <a:miter/>
          </a:ln>
          <a:effectLst/>
        </p:spPr>
        <p:style>
          <a:lnRef idx="2">
            <a:schemeClr val="accent6"/>
          </a:lnRef>
          <a:fillRef idx="0">
            <a:schemeClr val="accent6"/>
          </a:fillRef>
          <a:effectRef idx="1">
            <a:schemeClr val="accent6"/>
          </a:effectRef>
          <a:fontRef idx="minor">
            <a:schemeClr val="tx1"/>
          </a:fontRef>
        </p:style>
        <p:txBody>
          <a:bodyPr/>
          <a:lstStyle/>
          <a:p>
            <a:pPr>
              <a:defRPr/>
            </a:pPr>
            <a:endParaRPr lang="fr-FR"/>
          </a:p>
        </p:txBody>
      </p:sp>
      <p:sp>
        <p:nvSpPr>
          <p:cNvPr id="1619720277" name="Rectangle 413065276"/>
          <p:cNvSpPr/>
          <p:nvPr/>
        </p:nvSpPr>
        <p:spPr bwMode="auto">
          <a:xfrm>
            <a:off x="574580" y="4454070"/>
            <a:ext cx="5105184" cy="1469570"/>
          </a:xfrm>
          <a:prstGeom prst="rect">
            <a:avLst/>
          </a:prstGeom>
          <a:noFill/>
          <a:ln w="9525">
            <a:noFill/>
            <a:miter lim="800000"/>
            <a:headEnd/>
            <a:tailEnd/>
          </a:ln>
        </p:spPr>
        <p:txBody>
          <a:bodyPr rot="0" vert="horz" wrap="square" lIns="91440" tIns="45720" rIns="91440" bIns="45720" anchor="t" anchorCtr="0">
            <a:noAutofit/>
          </a:bodyPr>
          <a:lstStyle/>
          <a:p>
            <a:pPr marL="269874">
              <a:defRPr/>
            </a:pPr>
            <a:r>
              <a:rPr lang="fr-FR" sz="1200" b="1">
                <a:solidFill>
                  <a:schemeClr val="tx1"/>
                </a:solidFill>
                <a:latin typeface="Aptos"/>
              </a:rPr>
              <a:t>FORMATION</a:t>
            </a:r>
            <a:endParaRPr/>
          </a:p>
          <a:p>
            <a:pPr>
              <a:lnSpc>
                <a:spcPct val="107915"/>
              </a:lnSpc>
              <a:defRPr/>
            </a:pPr>
            <a:r>
              <a:rPr lang="fr-FR" sz="1200" b="1">
                <a:solidFill>
                  <a:schemeClr val="tx1"/>
                </a:solidFill>
                <a:latin typeface="Aptos"/>
              </a:rPr>
              <a:t>2023 – 2026 - </a:t>
            </a:r>
            <a:r>
              <a:rPr lang="fr-FR" sz="1200" b="1">
                <a:solidFill>
                  <a:schemeClr val="accent6"/>
                </a:solidFill>
                <a:latin typeface="Aptos"/>
              </a:rPr>
              <a:t>BUT GEII AII</a:t>
            </a:r>
            <a:r>
              <a:rPr lang="fr-FR" sz="1200" b="1">
                <a:solidFill>
                  <a:schemeClr val="tx1"/>
                </a:solidFill>
                <a:latin typeface="Aptos"/>
              </a:rPr>
              <a:t>, IUT DE BORDEAUX, GRADIGNAN</a:t>
            </a:r>
            <a:endParaRPr/>
          </a:p>
          <a:p>
            <a:pPr>
              <a:defRPr/>
            </a:pPr>
            <a:r>
              <a:rPr lang="fr-FR" sz="1200">
                <a:solidFill>
                  <a:schemeClr val="tx1"/>
                </a:solidFill>
                <a:latin typeface="Aptos"/>
              </a:rPr>
              <a:t>Programmation, électronique, informatique, énergie, automatisme.</a:t>
            </a:r>
            <a:endParaRPr/>
          </a:p>
          <a:p>
            <a:pPr>
              <a:defRPr/>
            </a:pPr>
            <a:r>
              <a:rPr lang="fr-FR" sz="1200">
                <a:solidFill>
                  <a:schemeClr val="tx1"/>
                </a:solidFill>
                <a:latin typeface="Aptos"/>
              </a:rPr>
              <a:t>3 projets imitant la situation en entreprise. Projet de type industrielle </a:t>
            </a:r>
            <a:endParaRPr/>
          </a:p>
          <a:p>
            <a:pPr>
              <a:lnSpc>
                <a:spcPct val="107915"/>
              </a:lnSpc>
              <a:defRPr/>
            </a:pPr>
            <a:r>
              <a:rPr lang="fr-FR" sz="1200" b="1">
                <a:solidFill>
                  <a:schemeClr val="tx1"/>
                </a:solidFill>
                <a:latin typeface="Aptos"/>
              </a:rPr>
              <a:t>2020 – 2023 - </a:t>
            </a:r>
            <a:r>
              <a:rPr lang="fr-FR" sz="1200" b="1">
                <a:solidFill>
                  <a:schemeClr val="accent6"/>
                </a:solidFill>
                <a:latin typeface="Aptos"/>
              </a:rPr>
              <a:t>BTS CRSA</a:t>
            </a:r>
            <a:r>
              <a:rPr lang="fr-FR" sz="1200" b="1">
                <a:solidFill>
                  <a:schemeClr val="tx1"/>
                </a:solidFill>
                <a:latin typeface="Aptos"/>
              </a:rPr>
              <a:t>, Lycée Val de GARONNE, MARMANDE</a:t>
            </a:r>
            <a:endParaRPr/>
          </a:p>
          <a:p>
            <a:pPr>
              <a:defRPr/>
            </a:pPr>
            <a:r>
              <a:rPr lang="fr-FR" sz="1200">
                <a:solidFill>
                  <a:schemeClr val="tx1"/>
                </a:solidFill>
                <a:latin typeface="Aptos"/>
              </a:rPr>
              <a:t>Construction mécanique - Informatique – Automatisme. 1 projet majeur, sur 1 ans, conception de A à Z d’un </a:t>
            </a:r>
            <a:r>
              <a:rPr lang="fr-FR" sz="1200">
                <a:latin typeface="Aptos"/>
              </a:rPr>
              <a:t>process + Programmation roboguide.</a:t>
            </a:r>
            <a:endParaRPr lang="fr-FR" sz="1200">
              <a:solidFill>
                <a:schemeClr val="tx1"/>
              </a:solidFill>
              <a:latin typeface="Aptos"/>
            </a:endParaRPr>
          </a:p>
        </p:txBody>
      </p:sp>
      <p:sp>
        <p:nvSpPr>
          <p:cNvPr id="1846245015" name="Rectangle 125389769"/>
          <p:cNvSpPr/>
          <p:nvPr/>
        </p:nvSpPr>
        <p:spPr bwMode="auto">
          <a:xfrm flipH="0" flipV="0">
            <a:off x="713412" y="6166805"/>
            <a:ext cx="2413759" cy="2884713"/>
          </a:xfrm>
          <a:prstGeom prst="rect">
            <a:avLst/>
          </a:prstGeom>
          <a:noFill/>
          <a:ln w="9525">
            <a:noFill/>
            <a:miter lim="800000"/>
            <a:headEnd/>
            <a:tailEnd/>
          </a:ln>
        </p:spPr>
        <p:txBody>
          <a:bodyPr rot="0" vert="horz" wrap="square" lIns="91440" tIns="45720" rIns="91440" bIns="45720" anchor="t" anchorCtr="0">
            <a:noAutofit/>
          </a:bodyPr>
          <a:lstStyle/>
          <a:p>
            <a:pPr>
              <a:defRPr/>
            </a:pPr>
            <a:r>
              <a:rPr lang="fr-FR" sz="1200" b="1">
                <a:solidFill>
                  <a:srgbClr val="000000"/>
                </a:solidFill>
                <a:latin typeface="Aptos"/>
              </a:rPr>
              <a:t>Électricité :</a:t>
            </a:r>
            <a:endParaRPr/>
          </a:p>
          <a:p>
            <a:pPr marL="217793" indent="-217793">
              <a:lnSpc>
                <a:spcPct val="100000"/>
              </a:lnSpc>
              <a:buFont typeface="Arial"/>
              <a:buChar char="•"/>
              <a:defRPr/>
            </a:pPr>
            <a:r>
              <a:rPr lang="fr-FR" sz="1200">
                <a:latin typeface="Aptos"/>
              </a:rPr>
              <a:t>Schémas (Xrelais, See-Elec)</a:t>
            </a:r>
            <a:endParaRPr/>
          </a:p>
          <a:p>
            <a:pPr marL="217793" indent="-217793">
              <a:lnSpc>
                <a:spcPct val="100000"/>
              </a:lnSpc>
              <a:buFont typeface="Arial"/>
              <a:buChar char="•"/>
              <a:defRPr/>
            </a:pPr>
            <a:r>
              <a:rPr lang="fr-FR" sz="1200">
                <a:latin typeface="Aptos"/>
              </a:rPr>
              <a:t>Mise aux normes/Entretien</a:t>
            </a:r>
            <a:endParaRPr/>
          </a:p>
          <a:p>
            <a:pPr>
              <a:defRPr/>
            </a:pPr>
            <a:r>
              <a:rPr lang="fr-FR" sz="1200" b="1">
                <a:solidFill>
                  <a:srgbClr val="000000"/>
                </a:solidFill>
                <a:latin typeface="Aptos"/>
              </a:rPr>
              <a:t>Dessin Industrielle :</a:t>
            </a:r>
            <a:endParaRPr/>
          </a:p>
          <a:p>
            <a:pPr marL="217793" indent="-217793">
              <a:lnSpc>
                <a:spcPct val="100000"/>
              </a:lnSpc>
              <a:buFont typeface="Arial"/>
              <a:buChar char="•"/>
              <a:defRPr/>
            </a:pPr>
            <a:r>
              <a:rPr lang="fr-FR" sz="1200">
                <a:latin typeface="Aptos"/>
              </a:rPr>
              <a:t>Inventor</a:t>
            </a:r>
            <a:r>
              <a:rPr lang="fr-FR" sz="1200">
                <a:latin typeface="Aptos"/>
              </a:rPr>
              <a:t> 2023 - Fusion360</a:t>
            </a:r>
            <a:endParaRPr/>
          </a:p>
          <a:p>
            <a:pPr marL="217793" indent="-217793">
              <a:lnSpc>
                <a:spcPct val="100000"/>
              </a:lnSpc>
              <a:buFont typeface="Arial"/>
              <a:buChar char="•"/>
              <a:defRPr/>
            </a:pPr>
            <a:r>
              <a:rPr lang="fr-FR" sz="1200">
                <a:latin typeface="Aptos"/>
              </a:rPr>
              <a:t>Solidworks 2018</a:t>
            </a:r>
            <a:endParaRPr/>
          </a:p>
          <a:p>
            <a:pPr>
              <a:defRPr/>
            </a:pPr>
            <a:r>
              <a:rPr lang="fr-FR" sz="1200" b="1">
                <a:solidFill>
                  <a:srgbClr val="000000"/>
                </a:solidFill>
                <a:latin typeface="Aptos"/>
              </a:rPr>
              <a:t>Mécanique :</a:t>
            </a:r>
            <a:endParaRPr/>
          </a:p>
          <a:p>
            <a:pPr marL="217793" indent="-217793">
              <a:lnSpc>
                <a:spcPct val="100000"/>
              </a:lnSpc>
              <a:buFont typeface="Arial"/>
              <a:buChar char="•"/>
              <a:defRPr/>
            </a:pPr>
            <a:r>
              <a:rPr lang="fr-FR" sz="1200">
                <a:latin typeface="Aptos"/>
              </a:rPr>
              <a:t>Statique; Cinématique</a:t>
            </a:r>
            <a:endParaRPr/>
          </a:p>
          <a:p>
            <a:pPr marL="217793" indent="-217793">
              <a:lnSpc>
                <a:spcPct val="100000"/>
              </a:lnSpc>
              <a:buFont typeface="Arial"/>
              <a:buChar char="•"/>
              <a:defRPr/>
            </a:pPr>
            <a:r>
              <a:rPr lang="fr-FR" sz="1200">
                <a:latin typeface="Aptos"/>
              </a:rPr>
              <a:t>RDM</a:t>
            </a:r>
            <a:endParaRPr/>
          </a:p>
          <a:p>
            <a:pPr>
              <a:defRPr/>
            </a:pPr>
            <a:r>
              <a:rPr lang="fr-FR" sz="1200" b="1">
                <a:solidFill>
                  <a:srgbClr val="000000"/>
                </a:solidFill>
                <a:latin typeface="Aptos"/>
              </a:rPr>
              <a:t>Programmation industrielle :</a:t>
            </a:r>
            <a:endParaRPr/>
          </a:p>
          <a:p>
            <a:pPr marL="217793" indent="-217793">
              <a:lnSpc>
                <a:spcPct val="100000"/>
              </a:lnSpc>
              <a:buFont typeface="Arial"/>
              <a:buChar char="•"/>
              <a:defRPr/>
            </a:pPr>
            <a:r>
              <a:rPr lang="fr-FR" sz="1200">
                <a:latin typeface="Aptos"/>
              </a:rPr>
              <a:t>EcoStruxure/Vijeo Designer</a:t>
            </a:r>
            <a:endParaRPr/>
          </a:p>
          <a:p>
            <a:pPr marL="217793" indent="-217793">
              <a:lnSpc>
                <a:spcPct val="100000"/>
              </a:lnSpc>
              <a:buFont typeface="Arial"/>
              <a:buChar char="•"/>
              <a:defRPr/>
            </a:pPr>
            <a:r>
              <a:rPr lang="fr-FR" sz="1200">
                <a:latin typeface="Aptos"/>
              </a:rPr>
              <a:t>Unity Pro XL</a:t>
            </a:r>
            <a:endParaRPr/>
          </a:p>
          <a:p>
            <a:pPr marL="217793" indent="-217793">
              <a:lnSpc>
                <a:spcPct val="100000"/>
              </a:lnSpc>
              <a:buFont typeface="Arial"/>
              <a:buChar char="•"/>
              <a:defRPr/>
            </a:pPr>
            <a:r>
              <a:rPr lang="fr-FR" sz="1200">
                <a:latin typeface="Aptos"/>
              </a:rPr>
              <a:t>TIA Portal v</a:t>
            </a:r>
            <a:r>
              <a:rPr lang="fr-FR" sz="1200">
                <a:latin typeface="Aptos"/>
              </a:rPr>
              <a:t>21</a:t>
            </a:r>
            <a:endParaRPr lang="fr-FR" sz="1200">
              <a:latin typeface="Aptos"/>
            </a:endParaRPr>
          </a:p>
        </p:txBody>
      </p:sp>
      <p:sp>
        <p:nvSpPr>
          <p:cNvPr id="1496915193" name="Rectangle 1706088616"/>
          <p:cNvSpPr/>
          <p:nvPr/>
        </p:nvSpPr>
        <p:spPr bwMode="auto">
          <a:xfrm flipH="0" flipV="0">
            <a:off x="3710908" y="6168570"/>
            <a:ext cx="3424820" cy="2884713"/>
          </a:xfrm>
          <a:prstGeom prst="rect">
            <a:avLst/>
          </a:prstGeom>
          <a:noFill/>
          <a:ln w="9525">
            <a:noFill/>
            <a:miter lim="800000"/>
            <a:headEnd/>
            <a:tailEnd/>
          </a:ln>
        </p:spPr>
        <p:txBody>
          <a:bodyPr rot="0" vert="horz" wrap="square" lIns="91440" tIns="45720" rIns="91440" bIns="45720" anchor="t" anchorCtr="0">
            <a:noAutofit/>
          </a:bodyPr>
          <a:lstStyle/>
          <a:p>
            <a:pPr>
              <a:defRPr/>
            </a:pPr>
            <a:r>
              <a:rPr lang="fr-FR" sz="1200" b="1">
                <a:solidFill>
                  <a:srgbClr val="000000"/>
                </a:solidFill>
                <a:latin typeface="Aptos"/>
              </a:rPr>
              <a:t>Électronique :</a:t>
            </a:r>
            <a:endParaRPr/>
          </a:p>
          <a:p>
            <a:pPr marL="217793" indent="-217793">
              <a:lnSpc>
                <a:spcPct val="100000"/>
              </a:lnSpc>
              <a:buFont typeface="Arial"/>
              <a:buChar char="•"/>
              <a:defRPr/>
            </a:pPr>
            <a:r>
              <a:rPr lang="fr-FR" sz="1200">
                <a:latin typeface="Aptos"/>
              </a:rPr>
              <a:t>Schémas (EasyEDA, Kicad 7.0)</a:t>
            </a:r>
            <a:endParaRPr/>
          </a:p>
          <a:p>
            <a:pPr marL="217793" indent="-217793">
              <a:lnSpc>
                <a:spcPct val="100000"/>
              </a:lnSpc>
              <a:buFont typeface="Arial"/>
              <a:buChar char="•"/>
              <a:defRPr/>
            </a:pPr>
            <a:r>
              <a:rPr lang="fr-FR" sz="1200">
                <a:latin typeface="Aptos"/>
              </a:rPr>
              <a:t>Dépannage de circuit/carte électronique.</a:t>
            </a:r>
            <a:endParaRPr/>
          </a:p>
          <a:p>
            <a:pPr>
              <a:defRPr/>
            </a:pPr>
            <a:r>
              <a:rPr lang="fr-FR" sz="1200" b="1">
                <a:solidFill>
                  <a:srgbClr val="000000"/>
                </a:solidFill>
                <a:latin typeface="Aptos"/>
              </a:rPr>
              <a:t>Langage de programmation :</a:t>
            </a:r>
            <a:endParaRPr/>
          </a:p>
          <a:p>
            <a:pPr marL="217793" indent="-217793">
              <a:lnSpc>
                <a:spcPct val="100000"/>
              </a:lnSpc>
              <a:buFont typeface="Arial"/>
              <a:buChar char="•"/>
              <a:defRPr/>
            </a:pPr>
            <a:r>
              <a:rPr lang="fr-FR" sz="1200">
                <a:latin typeface="Aptos"/>
              </a:rPr>
              <a:t>C++; </a:t>
            </a:r>
            <a:r>
              <a:rPr lang="fr-FR" sz="1200">
                <a:latin typeface="Aptos"/>
              </a:rPr>
              <a:t>html</a:t>
            </a:r>
            <a:r>
              <a:rPr lang="fr-FR" sz="1200">
                <a:latin typeface="Aptos"/>
              </a:rPr>
              <a:t>; Python</a:t>
            </a:r>
            <a:endParaRPr/>
          </a:p>
          <a:p>
            <a:pPr marL="217793" indent="-217793">
              <a:lnSpc>
                <a:spcPct val="100000"/>
              </a:lnSpc>
              <a:buFont typeface="Arial"/>
              <a:buChar char="•"/>
              <a:defRPr/>
            </a:pPr>
            <a:r>
              <a:rPr lang="fr-FR" sz="1200">
                <a:latin typeface="Aptos"/>
              </a:rPr>
              <a:t>Matlab; GNU Octave</a:t>
            </a:r>
            <a:endParaRPr/>
          </a:p>
          <a:p>
            <a:pPr>
              <a:defRPr/>
            </a:pPr>
            <a:r>
              <a:rPr lang="fr-FR" sz="1200" b="1">
                <a:solidFill>
                  <a:srgbClr val="000000"/>
                </a:solidFill>
                <a:latin typeface="Aptos"/>
              </a:rPr>
              <a:t>Informatique : ( Autodidacte)</a:t>
            </a:r>
            <a:endParaRPr/>
          </a:p>
          <a:p>
            <a:pPr marL="217793" indent="-217793">
              <a:lnSpc>
                <a:spcPct val="100000"/>
              </a:lnSpc>
              <a:buFont typeface="Arial"/>
              <a:buChar char="•"/>
              <a:defRPr/>
            </a:pPr>
            <a:r>
              <a:rPr lang="fr-FR" sz="1200">
                <a:latin typeface="Aptos"/>
              </a:rPr>
              <a:t>Construction server avec docker / Vlan / Vpn</a:t>
            </a:r>
            <a:endParaRPr/>
          </a:p>
          <a:p>
            <a:pPr marL="217793" indent="-217793">
              <a:lnSpc>
                <a:spcPct val="100000"/>
              </a:lnSpc>
              <a:buFont typeface="Arial"/>
              <a:buChar char="•"/>
              <a:defRPr/>
            </a:pPr>
            <a:r>
              <a:rPr lang="fr-FR" sz="1200">
                <a:latin typeface="Aptos"/>
              </a:rPr>
              <a:t>Base de données, Supervision camera</a:t>
            </a:r>
            <a:endParaRPr/>
          </a:p>
          <a:p>
            <a:pPr marL="217793" indent="-217793">
              <a:lnSpc>
                <a:spcPct val="100000"/>
              </a:lnSpc>
              <a:buFont typeface="Arial"/>
              <a:buChar char="•"/>
              <a:defRPr/>
            </a:pPr>
            <a:r>
              <a:rPr lang="fr-FR" sz="1200">
                <a:latin typeface="Aptos"/>
              </a:rPr>
              <a:t>Impression 3D FDM, Impression laser.</a:t>
            </a:r>
            <a:endParaRPr/>
          </a:p>
          <a:p>
            <a:pPr marL="217793" indent="-217793">
              <a:lnSpc>
                <a:spcPct val="100000"/>
              </a:lnSpc>
              <a:buFont typeface="Arial"/>
              <a:buChar char="•"/>
              <a:defRPr/>
            </a:pPr>
            <a:r>
              <a:rPr lang="fr-FR" sz="1200">
                <a:latin typeface="Aptos"/>
              </a:rPr>
              <a:t>Integration d’LLM / Intégrité de donnée et privé.</a:t>
            </a:r>
            <a:endParaRPr/>
          </a:p>
          <a:p>
            <a:pPr marL="217793" indent="-217793">
              <a:buFont typeface="Arial"/>
              <a:buChar char="•"/>
              <a:defRPr/>
            </a:pPr>
            <a:r>
              <a:rPr lang="fr-FR" sz="1200">
                <a:latin typeface="Aptos"/>
              </a:rPr>
              <a:t>Office 365 / VMware/Win/linux</a:t>
            </a:r>
            <a:endParaRPr/>
          </a:p>
          <a:p>
            <a:pPr marL="217792" indent="-217792">
              <a:lnSpc>
                <a:spcPct val="100000"/>
              </a:lnSpc>
              <a:buFont typeface="Courier New"/>
              <a:buChar char="o"/>
              <a:defRPr/>
            </a:pPr>
            <a:endParaRPr lang="fr-FR" sz="1200">
              <a:latin typeface="Aptos"/>
            </a:endParaRPr>
          </a:p>
        </p:txBody>
      </p:sp>
      <p:sp>
        <p:nvSpPr>
          <p:cNvPr id="867321126" name="Connecteur droit 835031814"/>
          <p:cNvSpPr/>
          <p:nvPr/>
        </p:nvSpPr>
        <p:spPr bwMode="auto">
          <a:xfrm>
            <a:off x="176891" y="5971266"/>
            <a:ext cx="7277341" cy="0"/>
          </a:xfrm>
          <a:prstGeom prst="line">
            <a:avLst/>
          </a:prstGeom>
          <a:ln w="28575" cap="flat" cmpd="sng" algn="ctr">
            <a:solidFill>
              <a:schemeClr val="accent6"/>
            </a:solidFill>
            <a:prstDash val="solid"/>
            <a:miter/>
          </a:ln>
          <a:effectLst/>
        </p:spPr>
        <p:style>
          <a:lnRef idx="2">
            <a:schemeClr val="accent6"/>
          </a:lnRef>
          <a:fillRef idx="0">
            <a:schemeClr val="accent6"/>
          </a:fillRef>
          <a:effectRef idx="1">
            <a:schemeClr val="accent6"/>
          </a:effectRef>
          <a:fontRef idx="minor">
            <a:schemeClr val="tx1"/>
          </a:fontRef>
        </p:style>
        <p:txBody>
          <a:bodyPr/>
          <a:lstStyle/>
          <a:p>
            <a:pPr>
              <a:defRPr/>
            </a:pPr>
            <a:endParaRPr lang="fr-FR"/>
          </a:p>
        </p:txBody>
      </p:sp>
      <p:pic>
        <p:nvPicPr>
          <p:cNvPr id="1947087119" name="Graphique 2" descr="Livres avec un remplissage uni"/>
          <p:cNvPicPr>
            <a:picLocks noChangeAspect="1"/>
          </p:cNvPicPr>
          <p:nvPr/>
        </p:nvPicPr>
        <p:blipFill rotWithShape="1">
          <a:blip r:embed="rId11">
            <a:extLst>
              <a:ext uri="{96DAC541-7B7A-43D3-8B79-37D633B846F1}">
                <asvg:svgBlip xmlns:asvg="http://schemas.microsoft.com/office/drawing/2016/SVG/main" r:embed="rId12"/>
              </a:ext>
            </a:extLst>
          </a:blip>
          <a:stretch/>
        </p:blipFill>
        <p:spPr bwMode="auto">
          <a:xfrm>
            <a:off x="86041" y="1538431"/>
            <a:ext cx="397509" cy="397509"/>
          </a:xfrm>
          <a:prstGeom prst="rect">
            <a:avLst/>
          </a:prstGeom>
        </p:spPr>
      </p:pic>
      <p:pic>
        <p:nvPicPr>
          <p:cNvPr id="504060391" name="Graphique 1579579153" descr="Liste de contrôle avec un remplissage uni"/>
          <p:cNvPicPr>
            <a:picLocks noChangeAspect="1"/>
          </p:cNvPicPr>
          <p:nvPr/>
        </p:nvPicPr>
        <p:blipFill rotWithShape="1">
          <a:blip r:embed="rId13">
            <a:extLst>
              <a:ext uri="{96DAC541-7B7A-43D3-8B79-37D633B846F1}">
                <asvg:svgBlip xmlns:asvg="http://schemas.microsoft.com/office/drawing/2016/SVG/main" r:embed="rId14"/>
              </a:ext>
            </a:extLst>
          </a:blip>
          <a:stretch/>
        </p:blipFill>
        <p:spPr bwMode="auto">
          <a:xfrm>
            <a:off x="86041" y="4552042"/>
            <a:ext cx="452754" cy="452754"/>
          </a:xfrm>
          <a:prstGeom prst="rect">
            <a:avLst/>
          </a:prstGeom>
        </p:spPr>
      </p:pic>
      <p:sp>
        <p:nvSpPr>
          <p:cNvPr id="1557731478" name="Connecteur droit 1487372922"/>
          <p:cNvSpPr/>
          <p:nvPr/>
        </p:nvSpPr>
        <p:spPr bwMode="auto">
          <a:xfrm flipH="1">
            <a:off x="3710909" y="6140449"/>
            <a:ext cx="0" cy="2541568"/>
          </a:xfrm>
          <a:prstGeom prst="line">
            <a:avLst/>
          </a:prstGeom>
          <a:ln w="28575" cap="flat" cmpd="sng" algn="ctr">
            <a:solidFill>
              <a:schemeClr val="accent6"/>
            </a:solidFill>
            <a:prstDash val="solid"/>
            <a:miter/>
          </a:ln>
          <a:effectLst/>
        </p:spPr>
        <p:style>
          <a:lnRef idx="2">
            <a:schemeClr val="accent6"/>
          </a:lnRef>
          <a:fillRef idx="0">
            <a:schemeClr val="accent6"/>
          </a:fillRef>
          <a:effectRef idx="1">
            <a:schemeClr val="accent6"/>
          </a:effectRef>
          <a:fontRef idx="minor">
            <a:schemeClr val="tx1"/>
          </a:fontRef>
        </p:style>
        <p:txBody>
          <a:bodyPr/>
          <a:lstStyle/>
          <a:p>
            <a:pPr>
              <a:defRPr/>
            </a:pPr>
            <a:endParaRPr lang="fr-FR"/>
          </a:p>
        </p:txBody>
      </p:sp>
      <p:sp>
        <p:nvSpPr>
          <p:cNvPr id="1986183388" name="Connecteur droit 1647888060"/>
          <p:cNvSpPr/>
          <p:nvPr/>
        </p:nvSpPr>
        <p:spPr bwMode="auto">
          <a:xfrm>
            <a:off x="176892" y="8817125"/>
            <a:ext cx="7277341" cy="0"/>
          </a:xfrm>
          <a:prstGeom prst="line">
            <a:avLst/>
          </a:prstGeom>
          <a:ln w="28575" cap="flat" cmpd="sng" algn="ctr">
            <a:solidFill>
              <a:schemeClr val="accent6"/>
            </a:solidFill>
            <a:prstDash val="solid"/>
            <a:miter/>
          </a:ln>
          <a:effectLst/>
        </p:spPr>
        <p:style>
          <a:lnRef idx="2">
            <a:schemeClr val="accent6"/>
          </a:lnRef>
          <a:fillRef idx="0">
            <a:schemeClr val="accent6"/>
          </a:fillRef>
          <a:effectRef idx="1">
            <a:schemeClr val="accent6"/>
          </a:effectRef>
          <a:fontRef idx="minor">
            <a:schemeClr val="tx1"/>
          </a:fontRef>
        </p:style>
        <p:txBody>
          <a:bodyPr/>
          <a:lstStyle/>
          <a:p>
            <a:pPr>
              <a:defRPr/>
            </a:pPr>
            <a:endParaRPr lang="fr-FR"/>
          </a:p>
        </p:txBody>
      </p:sp>
      <p:sp>
        <p:nvSpPr>
          <p:cNvPr id="1482275580" name="Rectangle 163203095"/>
          <p:cNvSpPr/>
          <p:nvPr/>
        </p:nvSpPr>
        <p:spPr bwMode="auto">
          <a:xfrm>
            <a:off x="1600659" y="9182778"/>
            <a:ext cx="5853575" cy="1402079"/>
          </a:xfrm>
          <a:prstGeom prst="rect">
            <a:avLst/>
          </a:prstGeom>
          <a:noFill/>
          <a:ln w="9525">
            <a:noFill/>
            <a:miter lim="800000"/>
            <a:headEnd/>
            <a:tailEnd/>
          </a:ln>
        </p:spPr>
        <p:txBody>
          <a:bodyPr rot="0" vert="horz" wrap="square" lIns="91440" tIns="45720" rIns="91440" bIns="45720" anchor="t" anchorCtr="0">
            <a:noAutofit/>
          </a:bodyPr>
          <a:lstStyle/>
          <a:p>
            <a:pPr algn="just">
              <a:defRPr/>
            </a:pPr>
            <a:r>
              <a:rPr lang="fr-FR" sz="1200" b="1">
                <a:solidFill>
                  <a:srgbClr val="000000"/>
                </a:solidFill>
                <a:latin typeface="Aptos"/>
              </a:rPr>
              <a:t>« </a:t>
            </a:r>
            <a:r>
              <a:rPr lang="fr-FR" sz="1200" i="1">
                <a:solidFill>
                  <a:srgbClr val="000000"/>
                </a:solidFill>
                <a:latin typeface="Aptos"/>
              </a:rPr>
              <a:t>Passionné par l'électronique, l'automatisation, l'aviation et les concepts spatiaux, je passe mon temps à créer de petits circuits électroniques ou à concevoir des fusées sur Kerbal Space Program, à réfléchir à la façon de gérer mes réseaux d’automatisation sur Factorio ou à redessiner des machines industrielles qui ont fait la gloire de l’humanité. Dans mes temps libres, je gère mon serveur maison et conçois des pièces 3D, De plus, j'ai participé au certificat d'initiation à l'aéronautique et à une olympiade de robotique. Quand je ne fais rien, vous me trouverez sur Wikipédia !  </a:t>
            </a:r>
            <a:r>
              <a:rPr lang="fr-FR" sz="1200">
                <a:solidFill>
                  <a:srgbClr val="000000"/>
                </a:solidFill>
                <a:latin typeface="Aptos"/>
              </a:rPr>
              <a:t>»</a:t>
            </a:r>
            <a:endParaRPr lang="fr-FR" sz="1200" b="1">
              <a:solidFill>
                <a:srgbClr val="000000"/>
              </a:solidFill>
              <a:latin typeface="Aptos"/>
            </a:endParaRPr>
          </a:p>
          <a:p>
            <a:pPr marL="0">
              <a:defRPr/>
            </a:pPr>
            <a:endParaRPr lang="fr-FR" sz="1200">
              <a:latin typeface="Aptos"/>
            </a:endParaRPr>
          </a:p>
        </p:txBody>
      </p:sp>
      <p:pic>
        <p:nvPicPr>
          <p:cNvPr id="392850747" name="Image 120163458"/>
          <p:cNvPicPr>
            <a:picLocks noChangeAspect="1"/>
          </p:cNvPicPr>
          <p:nvPr/>
        </p:nvPicPr>
        <p:blipFill rotWithShape="1">
          <a:blip r:embed="rId15"/>
          <a:srcRect l="9343" t="9324" r="9768" b="9188"/>
          <a:stretch/>
        </p:blipFill>
        <p:spPr bwMode="auto">
          <a:xfrm>
            <a:off x="0" y="9104437"/>
            <a:ext cx="1521789" cy="1533039"/>
          </a:xfrm>
          <a:prstGeom prst="rect">
            <a:avLst/>
          </a:prstGeom>
        </p:spPr>
      </p:pic>
      <p:sp>
        <p:nvSpPr>
          <p:cNvPr id="1372984009" name="Rectangle 1442336429"/>
          <p:cNvSpPr/>
          <p:nvPr/>
        </p:nvSpPr>
        <p:spPr bwMode="auto">
          <a:xfrm>
            <a:off x="86040" y="8856451"/>
            <a:ext cx="977081" cy="305159"/>
          </a:xfrm>
          <a:prstGeom prst="rect">
            <a:avLst/>
          </a:prstGeom>
          <a:noFill/>
          <a:ln w="9525">
            <a:noFill/>
            <a:miter lim="800000"/>
            <a:headEnd/>
            <a:tailEnd/>
          </a:ln>
        </p:spPr>
        <p:txBody>
          <a:bodyPr rot="0" vertOverflow="clip" horzOverflow="clip" vert="horz" wrap="square" lIns="91440" tIns="45720" rIns="91440" bIns="45720" anchor="t" anchorCtr="0">
            <a:spAutoFit/>
          </a:bodyPr>
          <a:lstStyle/>
          <a:p>
            <a:pPr>
              <a:defRPr/>
            </a:pPr>
            <a:r>
              <a:rPr lang="fr-FR" sz="1400" b="1" u="sng">
                <a:solidFill>
                  <a:schemeClr val="tx1"/>
                </a:solidFill>
                <a:hlinkClick r:id="rId16" tooltip="Lien vers portfolio"/>
              </a:rPr>
              <a:t>Portfolio</a:t>
            </a:r>
            <a:endParaRPr lang="fr-FR" sz="1400" b="1">
              <a:solidFill>
                <a:schemeClr val="tx1"/>
              </a:solidFill>
            </a:endParaRPr>
          </a:p>
        </p:txBody>
      </p:sp>
      <p:sp>
        <p:nvSpPr>
          <p:cNvPr id="1583261492" name="ZoneTexte 1923755640"/>
          <p:cNvSpPr txBox="1"/>
          <p:nvPr/>
        </p:nvSpPr>
        <p:spPr bwMode="auto">
          <a:xfrm>
            <a:off x="1514499" y="8856452"/>
            <a:ext cx="2750082" cy="305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lang="fr-FR" sz="1400" b="1">
                <a:solidFill>
                  <a:srgbClr val="000000"/>
                </a:solidFill>
                <a:latin typeface="Arial"/>
                <a:ea typeface="Arial"/>
                <a:cs typeface="Arial"/>
              </a:rPr>
              <a:t>Passe-temps et intérêts</a:t>
            </a:r>
            <a:endParaRPr lang="fr-FR" sz="1400" b="1">
              <a:solidFill>
                <a:srgbClr val="000000"/>
              </a:solidFill>
              <a:latin typeface="Arial"/>
              <a:cs typeface="Arial"/>
            </a:endParaRPr>
          </a:p>
        </p:txBody>
      </p:sp>
      <p:pic>
        <p:nvPicPr>
          <p:cNvPr id="1443675752" name="Image 1449800981"/>
          <p:cNvPicPr>
            <a:picLocks noChangeAspect="1"/>
          </p:cNvPicPr>
          <p:nvPr/>
        </p:nvPicPr>
        <p:blipFill rotWithShape="1">
          <a:blip r:embed="rId17"/>
          <a:stretch/>
        </p:blipFill>
        <p:spPr bwMode="auto">
          <a:xfrm>
            <a:off x="62546" y="6009821"/>
            <a:ext cx="476249" cy="447674"/>
          </a:xfrm>
          <a:prstGeom prst="rect">
            <a:avLst/>
          </a:prstGeom>
        </p:spPr>
      </p:pic>
      <p:sp>
        <p:nvSpPr>
          <p:cNvPr id="1341527422" name="Connecteur droit 1931353779"/>
          <p:cNvSpPr/>
          <p:nvPr/>
        </p:nvSpPr>
        <p:spPr bwMode="auto">
          <a:xfrm flipH="1">
            <a:off x="5582572" y="4602086"/>
            <a:ext cx="0" cy="1173540"/>
          </a:xfrm>
          <a:prstGeom prst="line">
            <a:avLst/>
          </a:prstGeom>
          <a:ln w="28575" cap="flat" cmpd="sng" algn="ctr">
            <a:solidFill>
              <a:schemeClr val="accent6"/>
            </a:solidFill>
            <a:prstDash val="solid"/>
            <a:miter/>
          </a:ln>
          <a:effectLst/>
        </p:spPr>
        <p:style>
          <a:lnRef idx="2">
            <a:schemeClr val="accent6"/>
          </a:lnRef>
          <a:fillRef idx="0">
            <a:schemeClr val="accent6"/>
          </a:fillRef>
          <a:effectRef idx="1">
            <a:schemeClr val="accent6"/>
          </a:effectRef>
          <a:fontRef idx="minor">
            <a:schemeClr val="tx1"/>
          </a:fontRef>
        </p:style>
        <p:txBody>
          <a:bodyPr/>
          <a:lstStyle/>
          <a:p>
            <a:pPr>
              <a:defRPr/>
            </a:pPr>
            <a:endParaRPr lang="fr-FR"/>
          </a:p>
        </p:txBody>
      </p:sp>
      <p:sp>
        <p:nvSpPr>
          <p:cNvPr id="2016689825" name="Rectangle 2146435155"/>
          <p:cNvSpPr/>
          <p:nvPr/>
        </p:nvSpPr>
        <p:spPr bwMode="auto">
          <a:xfrm>
            <a:off x="5679763" y="4644922"/>
            <a:ext cx="1871661" cy="1033459"/>
          </a:xfrm>
          <a:prstGeom prst="rect">
            <a:avLst/>
          </a:prstGeom>
          <a:noFill/>
          <a:ln w="9525">
            <a:noFill/>
            <a:miter lim="800000"/>
            <a:headEnd/>
            <a:tailEnd/>
          </a:ln>
        </p:spPr>
        <p:txBody>
          <a:bodyPr rot="0" vert="horz" wrap="square" lIns="91440" tIns="45720" rIns="91440" bIns="45720" anchor="t" anchorCtr="0">
            <a:noAutofit/>
          </a:bodyPr>
          <a:lstStyle/>
          <a:p>
            <a:pPr marL="217793" marR="0" lvl="0" indent="-217793" algn="l" defTabSz="914400">
              <a:lnSpc>
                <a:spcPct val="100000"/>
              </a:lnSpc>
              <a:spcBef>
                <a:spcPts val="0"/>
              </a:spcBef>
              <a:spcAft>
                <a:spcPts val="0"/>
              </a:spcAft>
              <a:buClrTx/>
              <a:buSzTx/>
              <a:buFont typeface="Courier New"/>
              <a:buChar char="o"/>
              <a:defRPr/>
            </a:pPr>
            <a:r>
              <a:rPr lang="fr-FR" sz="1200"/>
              <a:t>BUT GEII </a:t>
            </a:r>
            <a:r>
              <a:rPr lang="fr-FR" sz="800" b="0" i="1" u="none" strike="noStrike" cap="none" spc="0">
                <a:ln>
                  <a:noFill/>
                </a:ln>
                <a:solidFill>
                  <a:prstClr val="black"/>
                </a:solidFill>
                <a:latin typeface="Arial"/>
                <a:cs typeface="Arial"/>
              </a:rPr>
              <a:t>(2026)</a:t>
            </a:r>
            <a:endParaRPr lang="fr-FR" sz="1200" b="0" i="0" u="none" strike="noStrike" cap="none" spc="0">
              <a:ln>
                <a:noFill/>
              </a:ln>
              <a:solidFill>
                <a:prstClr val="black"/>
              </a:solidFill>
              <a:latin typeface="Arial"/>
              <a:cs typeface="Arial"/>
            </a:endParaRPr>
          </a:p>
          <a:p>
            <a:pPr marL="217793" indent="-217793">
              <a:buFont typeface="Courier New"/>
              <a:buChar char="o"/>
              <a:defRPr/>
            </a:pPr>
            <a:r>
              <a:rPr lang="fr-FR" sz="1200"/>
              <a:t>DUT GEII </a:t>
            </a:r>
            <a:r>
              <a:rPr lang="fr-FR" sz="800" i="1"/>
              <a:t>(202</a:t>
            </a:r>
            <a:r>
              <a:rPr lang="fr-FR" sz="800" i="1"/>
              <a:t>5</a:t>
            </a:r>
            <a:r>
              <a:rPr lang="fr-FR" sz="800" i="1"/>
              <a:t>)</a:t>
            </a:r>
            <a:endParaRPr lang="fr-FR" sz="1200"/>
          </a:p>
          <a:p>
            <a:pPr marL="217793" indent="-217793">
              <a:buFont typeface="Courier New"/>
              <a:buChar char="o"/>
              <a:defRPr/>
            </a:pPr>
            <a:r>
              <a:rPr lang="fr-FR" sz="1200"/>
              <a:t>BTS CRSA </a:t>
            </a:r>
            <a:r>
              <a:rPr lang="fr-FR" sz="800" i="1"/>
              <a:t>(2023)</a:t>
            </a:r>
            <a:endParaRPr lang="fr-FR" sz="1200"/>
          </a:p>
          <a:p>
            <a:pPr marL="217793" indent="-217793">
              <a:buFont typeface="Courier New"/>
              <a:buChar char="o"/>
              <a:defRPr/>
            </a:pPr>
            <a:r>
              <a:rPr lang="fr-FR" sz="1200"/>
              <a:t>Bac Pro MELEC </a:t>
            </a:r>
            <a:r>
              <a:rPr lang="fr-FR" sz="800" i="1"/>
              <a:t>(2020)</a:t>
            </a:r>
            <a:endParaRPr lang="fr-FR" sz="1200"/>
          </a:p>
          <a:p>
            <a:pPr marL="217793" indent="-217793">
              <a:buFont typeface="Courier New"/>
              <a:buChar char="o"/>
              <a:defRPr/>
            </a:pPr>
            <a:r>
              <a:rPr lang="fr-FR" sz="1200"/>
              <a:t>BEP ELEC </a:t>
            </a:r>
            <a:r>
              <a:rPr lang="fr-FR" sz="800" i="1"/>
              <a:t>(2019)</a:t>
            </a:r>
            <a:endParaRPr lang="fr-FR" sz="1200"/>
          </a:p>
          <a:p>
            <a:pPr marL="217793" indent="-217793">
              <a:buFont typeface="Courier New"/>
              <a:buChar char="o"/>
              <a:defRPr/>
            </a:pPr>
            <a:r>
              <a:rPr lang="fr-FR" sz="1200"/>
              <a:t>BIA </a:t>
            </a:r>
            <a:r>
              <a:rPr lang="fr-FR" sz="800" i="1"/>
              <a:t>(2019)</a:t>
            </a:r>
            <a:endParaRPr lang="fr-FR"/>
          </a:p>
        </p:txBody>
      </p:sp>
      <p:sp>
        <p:nvSpPr>
          <p:cNvPr id="1390746341" name="Rectangle 167950884"/>
          <p:cNvSpPr/>
          <p:nvPr/>
        </p:nvSpPr>
        <p:spPr bwMode="auto">
          <a:xfrm>
            <a:off x="794065" y="5971266"/>
            <a:ext cx="1375761" cy="274679"/>
          </a:xfrm>
          <a:prstGeom prst="rect">
            <a:avLst/>
          </a:prstGeom>
          <a:noFill/>
          <a:ln w="9525">
            <a:noFill/>
            <a:miter lim="800000"/>
            <a:headEnd/>
            <a:tailEnd/>
          </a:ln>
        </p:spPr>
        <p:txBody>
          <a:bodyPr rot="0" vertOverflow="clip" horzOverflow="clip" vert="horz" wrap="square" lIns="91440" tIns="45720" rIns="91440" bIns="45720" anchor="t" anchorCtr="0">
            <a:spAutoFit/>
          </a:bodyPr>
          <a:lstStyle/>
          <a:p>
            <a:pPr>
              <a:defRPr/>
            </a:pPr>
            <a:r>
              <a:rPr lang="fr-FR" sz="1200" b="1">
                <a:solidFill>
                  <a:schemeClr val="tx1"/>
                </a:solidFill>
              </a:rPr>
              <a:t>COMPETENCES</a:t>
            </a:r>
            <a:endParaRPr/>
          </a:p>
        </p:txBody>
      </p:sp>
      <p:sp>
        <p:nvSpPr>
          <p:cNvPr id="900396791" name="Rectangle 1519458526"/>
          <p:cNvSpPr/>
          <p:nvPr/>
        </p:nvSpPr>
        <p:spPr bwMode="auto">
          <a:xfrm rot="0" flipH="0" flipV="0">
            <a:off x="2551628" y="5966125"/>
            <a:ext cx="2760311" cy="274679"/>
          </a:xfrm>
          <a:prstGeom prst="rect">
            <a:avLst/>
          </a:prstGeom>
          <a:noFill/>
          <a:ln w="9525">
            <a:noFill/>
            <a:miter lim="800000"/>
            <a:headEnd/>
            <a:tailEnd/>
          </a:ln>
        </p:spPr>
        <p:txBody>
          <a:bodyPr rot="0" vertOverflow="clip" horzOverflow="clip" vert="horz" wrap="square" lIns="91440" tIns="45720" rIns="91440" bIns="45720" anchor="t" anchorCtr="0">
            <a:spAutoFit/>
          </a:bodyPr>
          <a:lstStyle/>
          <a:p>
            <a:pPr>
              <a:defRPr/>
            </a:pPr>
            <a:r>
              <a:rPr lang="fr-FR" sz="1200" b="1" i="1">
                <a:solidFill>
                  <a:schemeClr val="accent6"/>
                </a:solidFill>
              </a:rPr>
              <a:t>Automaticien     Électronicien</a:t>
            </a:r>
            <a:endParaRPr/>
          </a:p>
        </p:txBody>
      </p:sp>
      <p:sp>
        <p:nvSpPr>
          <p:cNvPr id="148619415" name="Rectangle 125389769"/>
          <p:cNvSpPr/>
          <p:nvPr/>
        </p:nvSpPr>
        <p:spPr bwMode="auto">
          <a:xfrm flipH="0" flipV="0">
            <a:off x="3219449" y="6166805"/>
            <a:ext cx="488745" cy="2689645"/>
          </a:xfrm>
          <a:prstGeom prst="rect">
            <a:avLst/>
          </a:prstGeom>
          <a:noFill/>
          <a:ln w="9525">
            <a:noFill/>
            <a:miter lim="800000"/>
            <a:headEnd/>
            <a:tailEnd/>
          </a:ln>
        </p:spPr>
        <p:txBody>
          <a:bodyPr rot="0" vert="horz" wrap="square" lIns="91440" tIns="45720" rIns="91440" bIns="45720" anchor="t" anchorCtr="0">
            <a:noAutofit/>
          </a:bodyPr>
          <a:lstStyle/>
          <a:p>
            <a:pPr algn="ctr">
              <a:defRPr/>
            </a:pPr>
            <a:r>
              <a:rPr sz="1200"/>
              <a:t>-</a:t>
            </a:r>
            <a:endParaRPr sz="1200"/>
          </a:p>
          <a:p>
            <a:pPr algn="ctr">
              <a:defRPr/>
            </a:pPr>
            <a:r>
              <a:rPr sz="1200"/>
              <a:t>4/5</a:t>
            </a:r>
            <a:endParaRPr sz="1200"/>
          </a:p>
          <a:p>
            <a:pPr algn="ctr">
              <a:defRPr/>
            </a:pPr>
            <a:r>
              <a:rPr sz="1200"/>
              <a:t>5/5</a:t>
            </a:r>
            <a:endParaRPr sz="1200"/>
          </a:p>
          <a:p>
            <a:pPr algn="ctr">
              <a:defRPr/>
            </a:pPr>
            <a:r>
              <a:rPr sz="1200"/>
              <a:t>-</a:t>
            </a:r>
            <a:endParaRPr sz="1200"/>
          </a:p>
          <a:p>
            <a:pPr algn="ctr">
              <a:defRPr/>
            </a:pPr>
            <a:r>
              <a:rPr sz="1200"/>
              <a:t>4/5</a:t>
            </a:r>
            <a:endParaRPr sz="1200"/>
          </a:p>
          <a:p>
            <a:pPr algn="ctr">
              <a:defRPr/>
            </a:pPr>
            <a:r>
              <a:rPr sz="1200"/>
              <a:t>2/5</a:t>
            </a:r>
            <a:endParaRPr sz="1200"/>
          </a:p>
          <a:p>
            <a:pPr algn="ctr">
              <a:defRPr/>
            </a:pPr>
            <a:r>
              <a:rPr sz="1200"/>
              <a:t>-</a:t>
            </a:r>
            <a:endParaRPr sz="1200"/>
          </a:p>
          <a:p>
            <a:pPr algn="ctr">
              <a:defRPr/>
            </a:pPr>
            <a:r>
              <a:rPr sz="1200"/>
              <a:t>3/5</a:t>
            </a:r>
            <a:endParaRPr sz="1200"/>
          </a:p>
          <a:p>
            <a:pPr algn="ctr">
              <a:defRPr/>
            </a:pPr>
            <a:r>
              <a:rPr sz="1200"/>
              <a:t>2/5</a:t>
            </a:r>
            <a:endParaRPr sz="1200"/>
          </a:p>
          <a:p>
            <a:pPr algn="ctr">
              <a:defRPr/>
            </a:pPr>
            <a:r>
              <a:rPr sz="1200"/>
              <a:t>-</a:t>
            </a:r>
            <a:endParaRPr sz="1200"/>
          </a:p>
          <a:p>
            <a:pPr algn="ctr">
              <a:defRPr/>
            </a:pPr>
            <a:r>
              <a:rPr sz="1200"/>
              <a:t>5/5</a:t>
            </a:r>
            <a:endParaRPr sz="1200"/>
          </a:p>
          <a:p>
            <a:pPr algn="ctr">
              <a:defRPr/>
            </a:pPr>
            <a:r>
              <a:rPr sz="1200"/>
              <a:t>5/5</a:t>
            </a:r>
            <a:endParaRPr sz="1200"/>
          </a:p>
          <a:p>
            <a:pPr algn="ctr">
              <a:defRPr/>
            </a:pPr>
            <a:r>
              <a:rPr sz="1200"/>
              <a:t>4/5</a:t>
            </a:r>
            <a:endParaRPr sz="1200"/>
          </a:p>
        </p:txBody>
      </p:sp>
      <p:sp>
        <p:nvSpPr>
          <p:cNvPr id="1423414984" name="Rectangle 125389769"/>
          <p:cNvSpPr/>
          <p:nvPr/>
        </p:nvSpPr>
        <p:spPr bwMode="auto">
          <a:xfrm flipH="0" flipV="0">
            <a:off x="7086599" y="6166805"/>
            <a:ext cx="488745" cy="2689644"/>
          </a:xfrm>
          <a:prstGeom prst="rect">
            <a:avLst/>
          </a:prstGeom>
          <a:noFill/>
          <a:ln w="9525">
            <a:noFill/>
            <a:miter lim="800000"/>
            <a:headEnd/>
            <a:tailEnd/>
          </a:ln>
        </p:spPr>
        <p:txBody>
          <a:bodyPr rot="0" vert="horz" wrap="square" lIns="91440" tIns="45720" rIns="91440" bIns="45720" anchor="t" anchorCtr="0">
            <a:noAutofit/>
          </a:bodyPr>
          <a:lstStyle/>
          <a:p>
            <a:pPr algn="ctr">
              <a:defRPr/>
            </a:pPr>
            <a:r>
              <a:rPr sz="1200"/>
              <a:t>-</a:t>
            </a:r>
            <a:endParaRPr sz="1200"/>
          </a:p>
          <a:p>
            <a:pPr algn="ctr">
              <a:defRPr/>
            </a:pPr>
            <a:r>
              <a:rPr sz="1200"/>
              <a:t>3/5</a:t>
            </a:r>
            <a:endParaRPr sz="1200"/>
          </a:p>
          <a:p>
            <a:pPr algn="ctr">
              <a:defRPr/>
            </a:pPr>
            <a:r>
              <a:rPr sz="1200"/>
              <a:t>4/5</a:t>
            </a:r>
            <a:endParaRPr sz="1200"/>
          </a:p>
          <a:p>
            <a:pPr algn="ctr">
              <a:defRPr/>
            </a:pPr>
            <a:r>
              <a:rPr sz="1200"/>
              <a:t>-</a:t>
            </a:r>
            <a:endParaRPr sz="1200"/>
          </a:p>
          <a:p>
            <a:pPr algn="ctr">
              <a:defRPr/>
            </a:pPr>
            <a:r>
              <a:rPr sz="1200"/>
              <a:t>2/5</a:t>
            </a:r>
            <a:endParaRPr sz="1200"/>
          </a:p>
          <a:p>
            <a:pPr algn="ctr">
              <a:defRPr/>
            </a:pPr>
            <a:r>
              <a:rPr sz="1200"/>
              <a:t>1/5</a:t>
            </a:r>
            <a:endParaRPr sz="1200"/>
          </a:p>
          <a:p>
            <a:pPr algn="ctr">
              <a:defRPr/>
            </a:pPr>
            <a:r>
              <a:rPr sz="1200"/>
              <a:t>-</a:t>
            </a:r>
            <a:endParaRPr sz="1200"/>
          </a:p>
          <a:p>
            <a:pPr algn="ctr">
              <a:defRPr/>
            </a:pPr>
            <a:r>
              <a:rPr sz="1200"/>
              <a:t>3/5</a:t>
            </a:r>
            <a:endParaRPr sz="1200"/>
          </a:p>
          <a:p>
            <a:pPr algn="ctr">
              <a:defRPr/>
            </a:pPr>
            <a:r>
              <a:rPr sz="1200"/>
              <a:t>2/5</a:t>
            </a:r>
            <a:endParaRPr sz="1200"/>
          </a:p>
          <a:p>
            <a:pPr algn="ctr">
              <a:defRPr/>
            </a:pPr>
            <a:r>
              <a:rPr sz="1200"/>
              <a:t>5/5</a:t>
            </a:r>
            <a:endParaRPr sz="1200"/>
          </a:p>
          <a:p>
            <a:pPr algn="ctr">
              <a:defRPr/>
            </a:pPr>
            <a:r>
              <a:rPr sz="1200"/>
              <a:t>5/5</a:t>
            </a:r>
            <a:endParaRPr sz="1200"/>
          </a:p>
          <a:p>
            <a:pPr algn="ctr">
              <a:defRPr/>
            </a:pPr>
            <a:endParaRPr sz="1200"/>
          </a:p>
          <a:p>
            <a:pPr algn="ctr">
              <a:defRPr/>
            </a:pPr>
            <a:r>
              <a:rPr sz="1200"/>
              <a:t>5/5</a:t>
            </a: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ONLYOFFICE/9.4.0.129</Application>
  <PresentationFormat>On-screen Show (4:3)</PresentationFormat>
  <Paragraphs>0</Paragraphs>
  <Slides>1</Slides>
  <Notes>1</Notes>
  <HiddenSlides>0</HiddenSlides>
  <MMClips>2</MMClips>
  <ScaleCrop>0</ScaleCrop>
  <HeadingPairs>
    <vt:vector size="4" baseType="variant">
      <vt:variant>
        <vt:lpstr>Theme</vt:lpstr>
      </vt:variant>
      <vt:variant>
        <vt:i4>1</vt:i4>
      </vt:variant>
      <vt:variant>
        <vt:lpstr>Slide Titles</vt:lpstr>
      </vt:variant>
      <vt:variant>
        <vt:i4>1</vt:i4>
      </vt:variant>
    </vt:vector>
  </HeadingPairs>
  <TitlesOfParts>
    <vt:vector size="2" baseType="lpstr">
      <vt:lpstr>Theme 1</vt:lpstr>
      <vt:lpstr>Slide 1</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38</cp:revision>
  <dcterms:created xsi:type="dcterms:W3CDTF">2012-12-03T06:56:55Z</dcterms:created>
  <dcterms:modified xsi:type="dcterms:W3CDTF">2026-09-29T12:05:12Z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4a238cc-6af3-4341-9d32-201b7e04331f_Enabled">
    <vt:lpwstr>true</vt:lpwstr>
  </property>
  <property fmtid="{D5CDD505-2E9C-101B-9397-08002B2CF9AE}" pid="3" name="MSIP_Label_64a238cc-6af3-4341-9d32-201b7e04331f_SetDate">
    <vt:lpwstr>2026-06-04T08:36:44Z</vt:lpwstr>
  </property>
  <property fmtid="{D5CDD505-2E9C-101B-9397-08002B2CF9AE}" pid="4" name="MSIP_Label_64a238cc-6af3-4341-9d32-201b7e04331f_Method">
    <vt:lpwstr>Standard</vt:lpwstr>
  </property>
  <property fmtid="{D5CDD505-2E9C-101B-9397-08002B2CF9AE}" pid="5" name="MSIP_Label_64a238cc-6af3-4341-9d32-201b7e04331f_Name">
    <vt:lpwstr>Internal</vt:lpwstr>
  </property>
  <property fmtid="{D5CDD505-2E9C-101B-9397-08002B2CF9AE}" pid="6" name="MSIP_Label_64a238cc-6af3-4341-9d32-201b7e04331f_SiteId">
    <vt:lpwstr>09ebfde1-6505-4c31-942f-18875ff0189d</vt:lpwstr>
  </property>
  <property fmtid="{D5CDD505-2E9C-101B-9397-08002B2CF9AE}" pid="7" name="MSIP_Label_64a238cc-6af3-4341-9d32-201b7e04331f_ActionId">
    <vt:lpwstr>997ba7da-deff-4e35-85df-a4c4f99410b6</vt:lpwstr>
  </property>
  <property fmtid="{D5CDD505-2E9C-101B-9397-08002B2CF9AE}" pid="8" name="MSIP_Label_64a238cc-6af3-4341-9d32-201b7e04331f_ContentBits">
    <vt:lpwstr>0</vt:lpwstr>
  </property>
  <property fmtid="{D5CDD505-2E9C-101B-9397-08002B2CF9AE}" pid="9" name="MSIP_Label_64a238cc-6af3-4341-9d32-201b7e04331f_Tag">
    <vt:lpwstr>10, 3, 0, 1</vt:lpwstr>
  </property>
</Properties>
</file>